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258" r:id="rId3"/>
    <p:sldId id="262" r:id="rId4"/>
    <p:sldId id="259" r:id="rId5"/>
    <p:sldId id="272" r:id="rId6"/>
    <p:sldId id="260" r:id="rId7"/>
    <p:sldId id="261" r:id="rId8"/>
    <p:sldId id="263" r:id="rId9"/>
    <p:sldId id="264" r:id="rId10"/>
    <p:sldId id="266" r:id="rId11"/>
    <p:sldId id="267" r:id="rId12"/>
    <p:sldId id="270" r:id="rId13"/>
    <p:sldId id="268" r:id="rId14"/>
    <p:sldId id="293" r:id="rId15"/>
    <p:sldId id="271" r:id="rId16"/>
    <p:sldId id="273" r:id="rId17"/>
    <p:sldId id="29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8" r:id="rId31"/>
    <p:sldId id="289" r:id="rId32"/>
    <p:sldId id="295" r:id="rId33"/>
    <p:sldId id="290" r:id="rId3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2A9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32" d="100"/>
          <a:sy n="32" d="100"/>
        </p:scale>
        <p:origin x="-936" y="-9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922F2-BEF3-4150-8113-8100739E4845}" type="datetimeFigureOut">
              <a:rPr lang="ru-RU" smtClean="0"/>
              <a:pPr/>
              <a:t>15.04.2023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DF8158-D494-4AB5-8085-61DF75FC009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56599-7413-48FE-853D-4CE400602467}" type="datetime9">
              <a:rPr lang="ru-RU" smtClean="0"/>
              <a:pPr/>
              <a:t>15.04.2023 23:42:19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22941-CCBF-4285-95D0-DCA13B58670A}" type="datetime9">
              <a:rPr lang="ru-RU" smtClean="0"/>
              <a:pPr/>
              <a:t>15.04.2023 23:42:19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BFB5-D617-4203-978A-B641E468E013}" type="datetime9">
              <a:rPr lang="ru-RU" smtClean="0"/>
              <a:pPr/>
              <a:t>15.04.2023 23:42:19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6F51F-0D30-4EBE-A957-A9A0392FD856}" type="datetime9">
              <a:rPr lang="ru-RU" smtClean="0"/>
              <a:pPr/>
              <a:t>15.04.2023 23:42:19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0D0D5-8FCA-4B80-A064-1EDB3304D7F1}" type="datetime9">
              <a:rPr lang="ru-RU" smtClean="0"/>
              <a:pPr/>
              <a:t>15.04.2023 23:42:19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F7DD-A20C-4BD1-95AD-EFEF076CDF44}" type="datetime9">
              <a:rPr lang="ru-RU" smtClean="0"/>
              <a:pPr/>
              <a:t>15.04.2023 23:42:19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15.04.2023 23:42:19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FAF-1D0B-4611-A38F-8AE303FA7079}" type="datetime9">
              <a:rPr lang="ru-RU" smtClean="0"/>
              <a:pPr/>
              <a:t>15.04.2023 23:42:19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AE1E-AD6D-4557-8519-B9B5D5331370}" type="datetime9">
              <a:rPr lang="ru-RU" smtClean="0"/>
              <a:pPr/>
              <a:t>15.04.2023 23:42:19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3E88-67B1-4791-B974-8D05E987CFDC}" type="datetime9">
              <a:rPr lang="ru-RU" smtClean="0"/>
              <a:pPr/>
              <a:t>15.04.2023 23:42:19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EED8-7ECD-4FE6-8ACE-B083E195AA9D}" type="datetime9">
              <a:rPr lang="ru-RU" smtClean="0"/>
              <a:pPr/>
              <a:t>15.04.2023 23:42:19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5807A-14B9-48A4-AC8D-4072EB4D64EE}" type="datetime9">
              <a:rPr lang="ru-RU" smtClean="0"/>
              <a:pPr/>
              <a:t>15.04.2023 23:42:19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sldNum="0"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" Target="slide4.xml"/><Relationship Id="rId7" Type="http://schemas.openxmlformats.org/officeDocument/2006/relationships/audio" Target="../media/audio3.wav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26.mp3" TargetMode="External"/><Relationship Id="rId6" Type="http://schemas.openxmlformats.org/officeDocument/2006/relationships/audio" Target="../media/audio2.wav"/><Relationship Id="rId5" Type="http://schemas.openxmlformats.org/officeDocument/2006/relationships/slide" Target="slide1.xml"/><Relationship Id="rId4" Type="http://schemas.openxmlformats.org/officeDocument/2006/relationships/audio" Target="../media/audio4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audio" Target="../media/audio3.wav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5" Type="http://schemas.openxmlformats.org/officeDocument/2006/relationships/slide" Target="slide1.xml"/><Relationship Id="rId4" Type="http://schemas.openxmlformats.org/officeDocument/2006/relationships/audio" Target="../media/audio5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audio8.wav"/><Relationship Id="rId3" Type="http://schemas.openxmlformats.org/officeDocument/2006/relationships/slide" Target="slide16.xml"/><Relationship Id="rId7" Type="http://schemas.openxmlformats.org/officeDocument/2006/relationships/audio" Target="../media/audio7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5.wav"/><Relationship Id="rId5" Type="http://schemas.openxmlformats.org/officeDocument/2006/relationships/audio" Target="../media/audio6.wav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5.wav"/><Relationship Id="rId5" Type="http://schemas.openxmlformats.org/officeDocument/2006/relationships/audio" Target="../media/audio4.wav"/><Relationship Id="rId4" Type="http://schemas.openxmlformats.org/officeDocument/2006/relationships/audio" Target="../media/audio6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5.wav"/><Relationship Id="rId4" Type="http://schemas.openxmlformats.org/officeDocument/2006/relationships/audio" Target="../media/audio4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slide" Target="slide10.xml"/><Relationship Id="rId2" Type="http://schemas.openxmlformats.org/officeDocument/2006/relationships/audio" Target="../media/audio9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slide" Target="slide2.xml"/><Relationship Id="rId4" Type="http://schemas.openxmlformats.org/officeDocument/2006/relationships/audio" Target="../media/audio5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slide" Target="slide10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3.xml"/><Relationship Id="rId4" Type="http://schemas.openxmlformats.org/officeDocument/2006/relationships/audio" Target="../media/audio5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slide" Target="slide13.xml"/><Relationship Id="rId4" Type="http://schemas.openxmlformats.org/officeDocument/2006/relationships/audio" Target="../media/audio5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8.xml"/><Relationship Id="rId4" Type="http://schemas.openxmlformats.org/officeDocument/2006/relationships/audio" Target="../media/audio5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" Target="slide4.xml"/><Relationship Id="rId7" Type="http://schemas.openxmlformats.org/officeDocument/2006/relationships/audio" Target="../media/audio3.wav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26.mp3" TargetMode="External"/><Relationship Id="rId6" Type="http://schemas.openxmlformats.org/officeDocument/2006/relationships/audio" Target="../media/audio2.wav"/><Relationship Id="rId5" Type="http://schemas.openxmlformats.org/officeDocument/2006/relationships/slide" Target="slide1.xml"/><Relationship Id="rId4" Type="http://schemas.openxmlformats.org/officeDocument/2006/relationships/audio" Target="../media/audio4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0.wav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" Target="slide4.xml"/><Relationship Id="rId7" Type="http://schemas.openxmlformats.org/officeDocument/2006/relationships/audio" Target="../media/audio3.wav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26.mp3" TargetMode="External"/><Relationship Id="rId6" Type="http://schemas.openxmlformats.org/officeDocument/2006/relationships/audio" Target="../media/audio2.wav"/><Relationship Id="rId5" Type="http://schemas.openxmlformats.org/officeDocument/2006/relationships/slide" Target="slide1.xml"/><Relationship Id="rId4" Type="http://schemas.openxmlformats.org/officeDocument/2006/relationships/audio" Target="../media/audio4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1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slide" Target="slide25.xml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5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3.wav"/><Relationship Id="rId4" Type="http://schemas.openxmlformats.org/officeDocument/2006/relationships/audio" Target="../media/audio4.wav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3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10.mp3" TargetMode="Externa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4.wav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audio" Target="../media/audio18.wav"/><Relationship Id="rId3" Type="http://schemas.openxmlformats.org/officeDocument/2006/relationships/image" Target="../media/image9.png"/><Relationship Id="rId7" Type="http://schemas.openxmlformats.org/officeDocument/2006/relationships/audio" Target="../media/audio17.wav"/><Relationship Id="rId2" Type="http://schemas.openxmlformats.org/officeDocument/2006/relationships/slideLayout" Target="../slideLayouts/slideLayout7.xml"/><Relationship Id="rId1" Type="http://schemas.openxmlformats.org/officeDocument/2006/relationships/audio" Target="file:///C:\Program%20Files\Steam\steamapps\common\Half-Life%202%20Beta%20E3%201999-2003\hl2\sound\music\HL2_Song14.mp3" TargetMode="External"/><Relationship Id="rId6" Type="http://schemas.openxmlformats.org/officeDocument/2006/relationships/audio" Target="../media/audio16.wav"/><Relationship Id="rId5" Type="http://schemas.openxmlformats.org/officeDocument/2006/relationships/audio" Target="../media/audio15.wav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64778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An simple puzzle game..?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E7B0-E40F-4579-A8E4-E122EEDC979D}" type="datetime9">
              <a:rPr lang="ru-RU" smtClean="0"/>
              <a:pPr/>
              <a:t>16.04.2023 0:28:20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11" name="Управляющая кнопка: далее 10">
            <a:hlinkClick r:id="rId3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1428736"/>
            <a:ext cx="500034" cy="50006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Управляющая кнопка: сведения 11">
            <a:hlinkClick r:id="rId6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071678"/>
            <a:ext cx="500034" cy="500066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возврат 12">
            <a:hlinkClick r:id="" action="ppaction://hlinkshowjump?jump=endshow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714620"/>
            <a:ext cx="500034" cy="571504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71472" y="150017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72" y="2143116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Credits’N’Info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42910" y="278605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Quit</a:t>
            </a:r>
            <a:endParaRPr lang="ru-RU" dirty="0"/>
          </a:p>
        </p:txBody>
      </p:sp>
      <p:sp>
        <p:nvSpPr>
          <p:cNvPr id="15" name="Багетная рамка 14">
            <a:hlinkClick r:id="rId7" action="ppaction://hlinksldjump"/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Bypass.</a:t>
            </a:r>
            <a:endParaRPr lang="ru-RU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ar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1" grpId="0" animBg="1"/>
      <p:bldP spid="12" grpId="0" animBg="1"/>
      <p:bldP spid="13" grpId="0" animBg="1"/>
      <p:bldP spid="14" grpId="0"/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5" name="Багетная рамка 4">
            <a:hlinkClick r:id="rId3" action="ppaction://hlinksldjump">
              <a:snd r:embed="rId4" name="default_locked.wav"/>
            </a:hlinkClick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13932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Defeated.</a:t>
            </a:r>
            <a:endParaRPr lang="ru-RU" sz="9600" dirty="0"/>
          </a:p>
        </p:txBody>
      </p:sp>
      <p:sp>
        <p:nvSpPr>
          <p:cNvPr id="7" name="Управляющая кнопка: домой 6">
            <a:hlinkClick r:id="rId5" action="ppaction://hlinksldjump" highlightClick="1">
              <a:snd r:embed="rId6" name="buttonclick.wav"/>
            </a:hlinkClick>
            <a:hlinkHover r:id="" action="ppaction://noaction">
              <a:snd r:embed="rId7" name="buttonrollover.wav"/>
            </a:hlinkHover>
          </p:cNvPr>
          <p:cNvSpPr/>
          <p:nvPr/>
        </p:nvSpPr>
        <p:spPr>
          <a:xfrm>
            <a:off x="8501090" y="0"/>
            <a:ext cx="642910" cy="6429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HL2_song26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8"/>
          <a:stretch>
            <a:fillRect/>
          </a:stretch>
        </p:blipFill>
        <p:spPr>
          <a:xfrm flipV="1">
            <a:off x="0" y="0"/>
            <a:ext cx="357166" cy="357166"/>
          </a:xfrm>
          <a:prstGeom prst="rect">
            <a:avLst/>
          </a:prstGeom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5" name="Багетная рамка 4">
            <a:hlinkClick r:id="rId2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1857364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Start</a:t>
            </a:r>
            <a:endParaRPr lang="ru-RU" sz="9600" dirty="0"/>
          </a:p>
        </p:txBody>
      </p:sp>
      <p:sp>
        <p:nvSpPr>
          <p:cNvPr id="7" name="Управляющая кнопка: домой 6">
            <a:hlinkClick r:id="rId5" action="ppaction://hlinksldjump" highlightClick="1">
              <a:snd r:embed="rId6" name="buttonclick.wav"/>
            </a:hlinkClick>
            <a:hlinkHover r:id="" action="ppaction://noaction">
              <a:snd r:embed="rId7" name="buttonrollover.wav"/>
            </a:hlinkHover>
          </p:cNvPr>
          <p:cNvSpPr/>
          <p:nvPr/>
        </p:nvSpPr>
        <p:spPr>
          <a:xfrm>
            <a:off x="8501090" y="0"/>
            <a:ext cx="642910" cy="6429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4" name="Багетная рамка 3">
            <a:hlinkClick r:id="rId3" action="ppaction://hlinksldjump"/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Багетная рамка 5">
            <a:hlinkHover r:id="rId4" action="ppaction://hlinksldjump"/>
          </p:cNvPr>
          <p:cNvSpPr/>
          <p:nvPr/>
        </p:nvSpPr>
        <p:spPr>
          <a:xfrm>
            <a:off x="0" y="0"/>
            <a:ext cx="500034" cy="685800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Hover r:id="rId4" action="ppaction://hlinksldjump"/>
          </p:cNvPr>
          <p:cNvSpPr/>
          <p:nvPr/>
        </p:nvSpPr>
        <p:spPr>
          <a:xfrm>
            <a:off x="500034" y="3357562"/>
            <a:ext cx="5572164" cy="1071546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rId4" action="ppaction://hlinksldjump"/>
          </p:cNvPr>
          <p:cNvSpPr/>
          <p:nvPr/>
        </p:nvSpPr>
        <p:spPr>
          <a:xfrm>
            <a:off x="500034" y="5500702"/>
            <a:ext cx="8643966" cy="135729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" action="ppaction://hlinkshowjump?jump=nextslide">
              <a:snd r:embed="rId5" name="go_alert2a.wav"/>
            </a:hlinkClick>
            <a:hlinkHover r:id="rId4" action="ppaction://hlinksldjump"/>
          </p:cNvPr>
          <p:cNvSpPr/>
          <p:nvPr/>
        </p:nvSpPr>
        <p:spPr>
          <a:xfrm>
            <a:off x="6715140" y="0"/>
            <a:ext cx="2428860" cy="550067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Click r:id="rId4" action="ppaction://hlinksldjump"/>
          </p:cNvPr>
          <p:cNvSpPr/>
          <p:nvPr/>
        </p:nvSpPr>
        <p:spPr>
          <a:xfrm>
            <a:off x="500034" y="2357430"/>
            <a:ext cx="3714776" cy="100010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/>
          <p:cNvSpPr/>
          <p:nvPr/>
        </p:nvSpPr>
        <p:spPr>
          <a:xfrm>
            <a:off x="4357686" y="2500306"/>
            <a:ext cx="2357454" cy="7143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Багетная рамка 11">
            <a:hlinkClick r:id="rId4" action="ppaction://hlinksldjump"/>
          </p:cNvPr>
          <p:cNvSpPr/>
          <p:nvPr/>
        </p:nvSpPr>
        <p:spPr>
          <a:xfrm>
            <a:off x="500034" y="1785926"/>
            <a:ext cx="6072230" cy="5714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агетная рамка 12">
            <a:hlinkHover r:id="rId4" action="ppaction://hlinksldjump"/>
          </p:cNvPr>
          <p:cNvSpPr/>
          <p:nvPr/>
        </p:nvSpPr>
        <p:spPr>
          <a:xfrm>
            <a:off x="500034" y="1214422"/>
            <a:ext cx="4714908" cy="5714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агетная рамка 13">
            <a:hlinkHover r:id="rId4" action="ppaction://hlinksldjump"/>
          </p:cNvPr>
          <p:cNvSpPr/>
          <p:nvPr/>
        </p:nvSpPr>
        <p:spPr>
          <a:xfrm>
            <a:off x="5286380" y="0"/>
            <a:ext cx="1428760" cy="1714464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Равнобедренный треугольник 14">
            <a:hlinkHover r:id="rId4" action="ppaction://hlinksldjump"/>
          </p:cNvPr>
          <p:cNvSpPr/>
          <p:nvPr/>
        </p:nvSpPr>
        <p:spPr>
          <a:xfrm>
            <a:off x="321467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Равнобедренный треугольник 15">
            <a:hlinkHover r:id="rId4" action="ppaction://hlinksldjump"/>
          </p:cNvPr>
          <p:cNvSpPr/>
          <p:nvPr/>
        </p:nvSpPr>
        <p:spPr>
          <a:xfrm>
            <a:off x="357186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Равнобедренный треугольник 16">
            <a:hlinkHover r:id="rId4" action="ppaction://hlinksldjump"/>
          </p:cNvPr>
          <p:cNvSpPr/>
          <p:nvPr/>
        </p:nvSpPr>
        <p:spPr>
          <a:xfrm>
            <a:off x="392905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>
            <a:hlinkHover r:id="rId4" action="ppaction://hlinksldjump"/>
          </p:cNvPr>
          <p:cNvSpPr/>
          <p:nvPr/>
        </p:nvSpPr>
        <p:spPr>
          <a:xfrm rot="10800000">
            <a:off x="321467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>
            <a:hlinkHover r:id="rId4" action="ppaction://hlinksldjump"/>
          </p:cNvPr>
          <p:cNvSpPr/>
          <p:nvPr/>
        </p:nvSpPr>
        <p:spPr>
          <a:xfrm rot="10800000">
            <a:off x="357186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Равнобедренный треугольник 19">
            <a:hlinkHover r:id="rId4" action="ppaction://hlinksldjump"/>
          </p:cNvPr>
          <p:cNvSpPr/>
          <p:nvPr/>
        </p:nvSpPr>
        <p:spPr>
          <a:xfrm rot="10800000">
            <a:off x="392905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hlinkHover r:id="rId4" action="ppaction://hlinksldjump"/>
          </p:cNvPr>
          <p:cNvSpPr/>
          <p:nvPr/>
        </p:nvSpPr>
        <p:spPr>
          <a:xfrm>
            <a:off x="5072066" y="4429132"/>
            <a:ext cx="214314" cy="5000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hlinkHover r:id="rId4" action="ppaction://hlinksldjump"/>
          </p:cNvPr>
          <p:cNvSpPr/>
          <p:nvPr/>
        </p:nvSpPr>
        <p:spPr>
          <a:xfrm>
            <a:off x="5286380" y="4929198"/>
            <a:ext cx="214314" cy="5715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Багетная рамка 22">
            <a:hlinkClick r:id="rId3" action="ppaction://hlinksldjump">
              <a:snd r:embed="rId2" name="default_locked.wav"/>
            </a:hlinkClick>
            <a:hlinkHover r:id="" action="ppaction://noaction">
              <a:snd r:embed="rId6" name="cbot_alert1.wav"/>
            </a:hlinkHover>
          </p:cNvPr>
          <p:cNvSpPr/>
          <p:nvPr/>
        </p:nvSpPr>
        <p:spPr>
          <a:xfrm>
            <a:off x="500034" y="0"/>
            <a:ext cx="1500198" cy="1214422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25" name="Прямоугольник 24">
            <a:hlinkHover r:id="rId3" action="ppaction://hlinksldjump"/>
          </p:cNvPr>
          <p:cNvSpPr/>
          <p:nvPr/>
        </p:nvSpPr>
        <p:spPr>
          <a:xfrm>
            <a:off x="5214942" y="1214422"/>
            <a:ext cx="295276" cy="276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Багетная рамка 23">
            <a:hlinkClick r:id="" action="ppaction://hlinkshowjump?jump=nextslide">
              <a:snd r:embed="rId7" name="spark1.wav"/>
            </a:hlinkClick>
            <a:hlinkHover r:id="" action="ppaction://noaction">
              <a:snd r:embed="rId8" name="gate_move1.wav"/>
            </a:hlinkHover>
          </p:cNvPr>
          <p:cNvSpPr/>
          <p:nvPr/>
        </p:nvSpPr>
        <p:spPr>
          <a:xfrm>
            <a:off x="500034" y="1857364"/>
            <a:ext cx="285752" cy="642942"/>
          </a:xfrm>
          <a:prstGeom prst="beve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X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22222E-6 L -8.33333E-7 0.094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"/>
                                    </p:animMotion>
                                  </p:childTnLst>
                                  <p:subTnLst>
                                    <p:audio>
                                      <p:cMediaNode vol="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efault_locke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0" presetClass="path" presetSubtype="0" repeatCount="indefinite" accel="50000" decel="50000" autoRev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animMotion origin="layout" path="M -8.33333E-7 -2.22222E-6 L -8.33333E-7 0.0944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"/>
                                    </p:animMotion>
                                  </p:childTnLst>
                                  <p:subTnLst>
                                    <p:audio>
                                      <p:cMediaNode vol="0"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efault_locke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5E-6 -3.33333E-6 L -7.5E-6 -0.08403 " pathEditMode="relative" ptsTypes="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30000"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efault_locke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 animBg="1" rev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4" name="Багетная рамка 3"/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Багетная рамка 5">
            <a:hlinkHover r:id="rId3" action="ppaction://hlinksldjump"/>
          </p:cNvPr>
          <p:cNvSpPr/>
          <p:nvPr/>
        </p:nvSpPr>
        <p:spPr>
          <a:xfrm>
            <a:off x="0" y="0"/>
            <a:ext cx="500034" cy="685800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Hover r:id="rId3" action="ppaction://hlinksldjump"/>
          </p:cNvPr>
          <p:cNvSpPr/>
          <p:nvPr/>
        </p:nvSpPr>
        <p:spPr>
          <a:xfrm>
            <a:off x="500034" y="3357562"/>
            <a:ext cx="5572164" cy="1071546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rId3" action="ppaction://hlinksldjump"/>
          </p:cNvPr>
          <p:cNvSpPr/>
          <p:nvPr/>
        </p:nvSpPr>
        <p:spPr>
          <a:xfrm>
            <a:off x="500034" y="5500702"/>
            <a:ext cx="8643966" cy="135729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" action="ppaction://hlinkshowjump?jump=nextslide">
              <a:snd r:embed="rId4" name="go_alert2a.wav"/>
            </a:hlinkClick>
            <a:hlinkHover r:id="rId3" action="ppaction://hlinksldjump"/>
          </p:cNvPr>
          <p:cNvSpPr/>
          <p:nvPr/>
        </p:nvSpPr>
        <p:spPr>
          <a:xfrm>
            <a:off x="6715140" y="0"/>
            <a:ext cx="2428860" cy="550067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Click r:id="rId3" action="ppaction://hlinksldjump"/>
          </p:cNvPr>
          <p:cNvSpPr/>
          <p:nvPr/>
        </p:nvSpPr>
        <p:spPr>
          <a:xfrm>
            <a:off x="500034" y="2357430"/>
            <a:ext cx="3714776" cy="1000108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/>
          <p:cNvSpPr/>
          <p:nvPr/>
        </p:nvSpPr>
        <p:spPr>
          <a:xfrm>
            <a:off x="4357686" y="2500306"/>
            <a:ext cx="2357454" cy="7143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Багетная рамка 11">
            <a:hlinkClick r:id="rId3" action="ppaction://hlinksldjump"/>
          </p:cNvPr>
          <p:cNvSpPr/>
          <p:nvPr/>
        </p:nvSpPr>
        <p:spPr>
          <a:xfrm>
            <a:off x="500034" y="1785926"/>
            <a:ext cx="6072230" cy="5714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агетная рамка 12">
            <a:hlinkHover r:id="rId3" action="ppaction://hlinksldjump"/>
          </p:cNvPr>
          <p:cNvSpPr/>
          <p:nvPr/>
        </p:nvSpPr>
        <p:spPr>
          <a:xfrm>
            <a:off x="500034" y="1214422"/>
            <a:ext cx="4714908" cy="571480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агетная рамка 13">
            <a:hlinkHover r:id="rId3" action="ppaction://hlinksldjump"/>
          </p:cNvPr>
          <p:cNvSpPr/>
          <p:nvPr/>
        </p:nvSpPr>
        <p:spPr>
          <a:xfrm>
            <a:off x="5357818" y="-142900"/>
            <a:ext cx="1428760" cy="1714464"/>
          </a:xfrm>
          <a:prstGeom prst="bevel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Равнобедренный треугольник 14">
            <a:hlinkHover r:id="rId3" action="ppaction://hlinksldjump"/>
          </p:cNvPr>
          <p:cNvSpPr/>
          <p:nvPr/>
        </p:nvSpPr>
        <p:spPr>
          <a:xfrm>
            <a:off x="321467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Равнобедренный треугольник 15">
            <a:hlinkHover r:id="rId3" action="ppaction://hlinksldjump"/>
          </p:cNvPr>
          <p:cNvSpPr/>
          <p:nvPr/>
        </p:nvSpPr>
        <p:spPr>
          <a:xfrm>
            <a:off x="357186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Равнобедренный треугольник 16">
            <a:hlinkHover r:id="rId3" action="ppaction://hlinksldjump"/>
          </p:cNvPr>
          <p:cNvSpPr/>
          <p:nvPr/>
        </p:nvSpPr>
        <p:spPr>
          <a:xfrm>
            <a:off x="3929058" y="514351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>
            <a:hlinkHover r:id="rId3" action="ppaction://hlinksldjump"/>
          </p:cNvPr>
          <p:cNvSpPr/>
          <p:nvPr/>
        </p:nvSpPr>
        <p:spPr>
          <a:xfrm rot="10800000">
            <a:off x="321467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>
            <a:hlinkHover r:id="rId3" action="ppaction://hlinksldjump"/>
          </p:cNvPr>
          <p:cNvSpPr/>
          <p:nvPr/>
        </p:nvSpPr>
        <p:spPr>
          <a:xfrm rot="10800000">
            <a:off x="357186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Равнобедренный треугольник 19">
            <a:hlinkHover r:id="rId3" action="ppaction://hlinksldjump"/>
          </p:cNvPr>
          <p:cNvSpPr/>
          <p:nvPr/>
        </p:nvSpPr>
        <p:spPr>
          <a:xfrm rot="10800000">
            <a:off x="3929058" y="4429132"/>
            <a:ext cx="357190" cy="357190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hlinkHover r:id="rId3" action="ppaction://hlinksldjump"/>
          </p:cNvPr>
          <p:cNvSpPr/>
          <p:nvPr/>
        </p:nvSpPr>
        <p:spPr>
          <a:xfrm>
            <a:off x="5072066" y="4429132"/>
            <a:ext cx="214314" cy="5000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hlinkHover r:id="rId3" action="ppaction://hlinksldjump"/>
          </p:cNvPr>
          <p:cNvSpPr/>
          <p:nvPr/>
        </p:nvSpPr>
        <p:spPr>
          <a:xfrm>
            <a:off x="5286380" y="4929198"/>
            <a:ext cx="214314" cy="5715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Багетная рамка 22">
            <a:hlinkClick r:id="" action="ppaction://hlinkshowjump?jump=nextslide">
              <a:snd r:embed="rId5" name="default_locked.wav"/>
            </a:hlinkClick>
            <a:hlinkHover r:id="" action="ppaction://noaction">
              <a:snd r:embed="rId6" name="cbot_alert1.wav"/>
            </a:hlinkHover>
          </p:cNvPr>
          <p:cNvSpPr/>
          <p:nvPr/>
        </p:nvSpPr>
        <p:spPr>
          <a:xfrm>
            <a:off x="500034" y="0"/>
            <a:ext cx="1500198" cy="1214422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24" name="Багетная рамка 23"/>
          <p:cNvSpPr/>
          <p:nvPr/>
        </p:nvSpPr>
        <p:spPr>
          <a:xfrm>
            <a:off x="500034" y="1857364"/>
            <a:ext cx="285752" cy="642942"/>
          </a:xfrm>
          <a:prstGeom prst="beve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V</a:t>
            </a:r>
            <a:endParaRPr lang="ru-RU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>
    <p:sndAc>
      <p:stSnd>
        <p:snd r:embed="rId2" name="spark1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22222E-6 L -8.33333E-7 0.094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autoRev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animMotion origin="layout" path="M -8.33333E-7 -2.22222E-6 L -8.33333E-7 0.0944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5E-6 -3.33333E-6 L -7.5E-6 -0.08403 " pathEditMode="relative" ptsTypes="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 animBg="1" rev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4" name="Багетная рамка 3">
            <a:hlinkClick r:id="rId2" action="ppaction://hlinksldjump"/>
          </p:cNvPr>
          <p:cNvSpPr/>
          <p:nvPr/>
        </p:nvSpPr>
        <p:spPr>
          <a:xfrm>
            <a:off x="500034" y="0"/>
            <a:ext cx="1500198" cy="1214422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</a:p>
        </p:txBody>
      </p:sp>
      <p:sp>
        <p:nvSpPr>
          <p:cNvPr id="5" name="Багетная рамка 4">
            <a:hlinkHover r:id="rId3" action="ppaction://hlinksldjump"/>
          </p:cNvPr>
          <p:cNvSpPr/>
          <p:nvPr/>
        </p:nvSpPr>
        <p:spPr>
          <a:xfrm>
            <a:off x="0" y="0"/>
            <a:ext cx="500034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>
            <a:hlinkHover r:id="rId3" action="ppaction://hlinksldjump"/>
          </p:cNvPr>
          <p:cNvSpPr/>
          <p:nvPr/>
        </p:nvSpPr>
        <p:spPr>
          <a:xfrm>
            <a:off x="500034" y="1214422"/>
            <a:ext cx="6500858" cy="564357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Click r:id="rId3" action="ppaction://hlinksldjump"/>
          </p:cNvPr>
          <p:cNvSpPr/>
          <p:nvPr/>
        </p:nvSpPr>
        <p:spPr>
          <a:xfrm>
            <a:off x="2000232" y="0"/>
            <a:ext cx="7143768" cy="1214422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8" name="Багетная рамка 7"/>
          <p:cNvSpPr/>
          <p:nvPr/>
        </p:nvSpPr>
        <p:spPr>
          <a:xfrm>
            <a:off x="7000892" y="1214422"/>
            <a:ext cx="2143108" cy="428628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" action="ppaction://hlinkshowjump?jump=nextslide">
              <a:snd r:embed="rId4" name="default_locked.wav"/>
            </a:hlinkClick>
            <a:hlinkHover r:id="" action="ppaction://noaction">
              <a:snd r:embed="rId5" name="cbot_alert1.wav"/>
            </a:hlinkHover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4" name="Багетная рамка 3">
            <a:hlinkClick r:id="" action="ppaction://noaction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5" name="Багетная рамка 4">
            <a:hlinkHover r:id="rId5" action="ppaction://hlinksldjump"/>
          </p:cNvPr>
          <p:cNvSpPr/>
          <p:nvPr/>
        </p:nvSpPr>
        <p:spPr>
          <a:xfrm>
            <a:off x="0" y="5500702"/>
            <a:ext cx="7000892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>
            <a:hlinkHover r:id="rId5" action="ppaction://hlinksldjump"/>
          </p:cNvPr>
          <p:cNvSpPr/>
          <p:nvPr/>
        </p:nvSpPr>
        <p:spPr>
          <a:xfrm>
            <a:off x="7858148" y="0"/>
            <a:ext cx="1285852" cy="5500702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Hover r:id="rId5" action="ppaction://hlinksldjump"/>
          </p:cNvPr>
          <p:cNvSpPr/>
          <p:nvPr/>
        </p:nvSpPr>
        <p:spPr>
          <a:xfrm>
            <a:off x="0" y="0"/>
            <a:ext cx="7858148" cy="64291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rId5" action="ppaction://hlinksldjump"/>
          </p:cNvPr>
          <p:cNvSpPr/>
          <p:nvPr/>
        </p:nvSpPr>
        <p:spPr>
          <a:xfrm>
            <a:off x="4857752" y="1357298"/>
            <a:ext cx="2143140" cy="41434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Hover r:id="rId5" action="ppaction://hlinksldjump"/>
          </p:cNvPr>
          <p:cNvSpPr/>
          <p:nvPr/>
        </p:nvSpPr>
        <p:spPr>
          <a:xfrm>
            <a:off x="0" y="642918"/>
            <a:ext cx="1000100" cy="48577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Hover r:id="rId5" action="ppaction://hlinksldjump"/>
          </p:cNvPr>
          <p:cNvSpPr/>
          <p:nvPr/>
        </p:nvSpPr>
        <p:spPr>
          <a:xfrm>
            <a:off x="1928794" y="1357298"/>
            <a:ext cx="2928958" cy="5715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>
            <a:hlinkHover r:id="rId5" action="ppaction://hlinksldjump"/>
          </p:cNvPr>
          <p:cNvSpPr/>
          <p:nvPr/>
        </p:nvSpPr>
        <p:spPr>
          <a:xfrm>
            <a:off x="1928794" y="1928802"/>
            <a:ext cx="857256" cy="12858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агетная рамка 12">
            <a:hlinkHover r:id="rId5" action="ppaction://hlinksldjump"/>
          </p:cNvPr>
          <p:cNvSpPr/>
          <p:nvPr/>
        </p:nvSpPr>
        <p:spPr>
          <a:xfrm>
            <a:off x="1928794" y="3214686"/>
            <a:ext cx="1214446" cy="92869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агетная рамка 13">
            <a:hlinkHover r:id="rId5" action="ppaction://hlinksldjump"/>
          </p:cNvPr>
          <p:cNvSpPr/>
          <p:nvPr/>
        </p:nvSpPr>
        <p:spPr>
          <a:xfrm>
            <a:off x="3500430" y="3214686"/>
            <a:ext cx="1357322" cy="92869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Багетная рамка 14">
            <a:hlinkHover r:id="rId5" action="ppaction://hlinksldjump"/>
          </p:cNvPr>
          <p:cNvSpPr/>
          <p:nvPr/>
        </p:nvSpPr>
        <p:spPr>
          <a:xfrm>
            <a:off x="4286248" y="1928802"/>
            <a:ext cx="571504" cy="12858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Багетная рамка 16"/>
          <p:cNvSpPr/>
          <p:nvPr/>
        </p:nvSpPr>
        <p:spPr>
          <a:xfrm>
            <a:off x="5643570" y="642918"/>
            <a:ext cx="785818" cy="214314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Багетная рамка 17"/>
          <p:cNvSpPr/>
          <p:nvPr/>
        </p:nvSpPr>
        <p:spPr>
          <a:xfrm>
            <a:off x="1000100" y="1357298"/>
            <a:ext cx="214314" cy="642942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Багетная рамка 18"/>
          <p:cNvSpPr/>
          <p:nvPr/>
        </p:nvSpPr>
        <p:spPr>
          <a:xfrm>
            <a:off x="2071670" y="4143380"/>
            <a:ext cx="714380" cy="214314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Багетная рамка 19"/>
          <p:cNvSpPr/>
          <p:nvPr/>
        </p:nvSpPr>
        <p:spPr>
          <a:xfrm>
            <a:off x="7643834" y="3857628"/>
            <a:ext cx="214314" cy="642942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Куб 20">
            <a:hlinkHover r:id="rId5" action="ppaction://hlinksldjump"/>
          </p:cNvPr>
          <p:cNvSpPr/>
          <p:nvPr/>
        </p:nvSpPr>
        <p:spPr>
          <a:xfrm>
            <a:off x="3357554" y="2500306"/>
            <a:ext cx="642942" cy="571504"/>
          </a:xfrm>
          <a:prstGeom prst="cub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 descr="radio_active.png">
            <a:hlinkHover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40" y="2000240"/>
            <a:ext cx="1013893" cy="838327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6" name="Управляющая кнопка: настраиваемая 25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7000892" y="4500570"/>
            <a:ext cx="857256" cy="10001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Управляющая кнопка: настраиваемая 26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7000892" y="3857628"/>
            <a:ext cx="642942" cy="64294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Управляющая кнопка: настраиваемая 27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7000892" y="642918"/>
            <a:ext cx="857256" cy="321471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Управляющая кнопка: настраиваемая 28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6429388" y="642918"/>
            <a:ext cx="571504" cy="7143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Управляющая кнопка: настраиваемая 29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5643570" y="857232"/>
            <a:ext cx="785818" cy="500066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Управляющая кнопка: настраиваемая 30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1000100" y="642918"/>
            <a:ext cx="4643470" cy="7143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Управляющая кнопка: настраиваемая 31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1214414" y="1357298"/>
            <a:ext cx="714380" cy="64294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Управляющая кнопка: настраиваемая 32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1000100" y="2000240"/>
            <a:ext cx="928694" cy="214314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Управляющая кнопка: настраиваемая 33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1000100" y="4143380"/>
            <a:ext cx="1071570" cy="135732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Управляющая кнопка: настраиваемая 34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2071670" y="4357694"/>
            <a:ext cx="714380" cy="1143008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Управляющая кнопка: настраиваемая 35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2786050" y="4143380"/>
            <a:ext cx="1643074" cy="135732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Управляющая кнопка: настраиваемая 36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3143240" y="3214686"/>
            <a:ext cx="357190" cy="92869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Управляющая кнопка: настраиваемая 37">
            <a:hlinkClick r:id="" action="ppaction://noaction" highlightClick="1"/>
            <a:hlinkHover r:id="rId5" action="ppaction://hlinksldjump"/>
          </p:cNvPr>
          <p:cNvSpPr/>
          <p:nvPr/>
        </p:nvSpPr>
        <p:spPr>
          <a:xfrm>
            <a:off x="2786050" y="1928802"/>
            <a:ext cx="1500198" cy="128588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Багетная рамка 38">
            <a:hlinkClick r:id="rId7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429124" y="4143380"/>
            <a:ext cx="428628" cy="1357322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</p:spTree>
  </p:cSld>
  <p:clrMapOvr>
    <a:masterClrMapping/>
  </p:clrMapOvr>
  <p:transition advClick="0" advTm="3000">
    <p:sndAc>
      <p:stSnd>
        <p:snd r:embed="rId2" name="music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4" name="Багетная рамка 3">
            <a:hlinkClick r:id="" action="ppaction://hlinkshowjump?jump=nextslide">
              <a:snd r:embed="rId2" name="default_locked.wav"/>
            </a:hlinkClick>
            <a:hlinkHover r:id="" action="ppaction://noaction">
              <a:snd r:embed="rId3" name="cbot_alert1.wav"/>
            </a:hlinkHover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5" name="Багетная рамка 4">
            <a:hlinkHover r:id="rId4" action="ppaction://hlinksldjump"/>
          </p:cNvPr>
          <p:cNvSpPr/>
          <p:nvPr/>
        </p:nvSpPr>
        <p:spPr>
          <a:xfrm>
            <a:off x="0" y="5500702"/>
            <a:ext cx="7000892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>
            <a:hlinkHover r:id="rId4" action="ppaction://hlinksldjump"/>
          </p:cNvPr>
          <p:cNvSpPr/>
          <p:nvPr/>
        </p:nvSpPr>
        <p:spPr>
          <a:xfrm>
            <a:off x="7858148" y="0"/>
            <a:ext cx="1285852" cy="5500702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>
            <a:hlinkHover r:id="rId4" action="ppaction://hlinksldjump"/>
          </p:cNvPr>
          <p:cNvSpPr/>
          <p:nvPr/>
        </p:nvSpPr>
        <p:spPr>
          <a:xfrm>
            <a:off x="0" y="0"/>
            <a:ext cx="7858148" cy="64291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>
            <a:hlinkHover r:id="rId4" action="ppaction://hlinksldjump"/>
          </p:cNvPr>
          <p:cNvSpPr/>
          <p:nvPr/>
        </p:nvSpPr>
        <p:spPr>
          <a:xfrm>
            <a:off x="4857752" y="1357298"/>
            <a:ext cx="2143140" cy="41434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Hover r:id="rId4" action="ppaction://hlinksldjump"/>
          </p:cNvPr>
          <p:cNvSpPr/>
          <p:nvPr/>
        </p:nvSpPr>
        <p:spPr>
          <a:xfrm>
            <a:off x="0" y="642918"/>
            <a:ext cx="1000100" cy="48577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>
            <a:hlinkHover r:id="rId4" action="ppaction://hlinksldjump"/>
          </p:cNvPr>
          <p:cNvSpPr/>
          <p:nvPr/>
        </p:nvSpPr>
        <p:spPr>
          <a:xfrm>
            <a:off x="1928794" y="1357298"/>
            <a:ext cx="2928958" cy="5715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>
            <a:hlinkHover r:id="rId4" action="ppaction://hlinksldjump"/>
          </p:cNvPr>
          <p:cNvSpPr/>
          <p:nvPr/>
        </p:nvSpPr>
        <p:spPr>
          <a:xfrm>
            <a:off x="1928794" y="1928802"/>
            <a:ext cx="857256" cy="12858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агетная рамка 12">
            <a:hlinkHover r:id="rId4" action="ppaction://hlinksldjump"/>
          </p:cNvPr>
          <p:cNvSpPr/>
          <p:nvPr/>
        </p:nvSpPr>
        <p:spPr>
          <a:xfrm>
            <a:off x="1928794" y="3214686"/>
            <a:ext cx="1214446" cy="92869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агетная рамка 13">
            <a:hlinkHover r:id="rId4" action="ppaction://hlinksldjump"/>
          </p:cNvPr>
          <p:cNvSpPr/>
          <p:nvPr/>
        </p:nvSpPr>
        <p:spPr>
          <a:xfrm>
            <a:off x="3500430" y="3214686"/>
            <a:ext cx="1357322" cy="92869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Багетная рамка 14">
            <a:hlinkHover r:id="rId4" action="ppaction://hlinksldjump"/>
          </p:cNvPr>
          <p:cNvSpPr/>
          <p:nvPr/>
        </p:nvSpPr>
        <p:spPr>
          <a:xfrm>
            <a:off x="4286248" y="1928802"/>
            <a:ext cx="571504" cy="12858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Багетная рамка 15">
            <a:hlinkClick r:id="rId5" action="ppaction://hlinksldjump">
              <a:snd r:embed="rId2" name="default_locked.wav"/>
            </a:hlinkClick>
            <a:hlinkHover r:id="" action="ppaction://hlinkshowjump?jump=previousslide">
              <a:snd r:embed="rId3" name="cbot_alert1.wav"/>
            </a:hlinkHover>
          </p:cNvPr>
          <p:cNvSpPr/>
          <p:nvPr/>
        </p:nvSpPr>
        <p:spPr>
          <a:xfrm>
            <a:off x="4429124" y="4143380"/>
            <a:ext cx="428628" cy="1357322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17" name="Багетная рамка 16"/>
          <p:cNvSpPr/>
          <p:nvPr/>
        </p:nvSpPr>
        <p:spPr>
          <a:xfrm>
            <a:off x="5643570" y="642918"/>
            <a:ext cx="785818" cy="214314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Багетная рамка 17"/>
          <p:cNvSpPr/>
          <p:nvPr/>
        </p:nvSpPr>
        <p:spPr>
          <a:xfrm>
            <a:off x="1000100" y="1357298"/>
            <a:ext cx="214314" cy="642942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Багетная рамка 18"/>
          <p:cNvSpPr/>
          <p:nvPr/>
        </p:nvSpPr>
        <p:spPr>
          <a:xfrm>
            <a:off x="2071670" y="4143380"/>
            <a:ext cx="714380" cy="214314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Багетная рамка 19"/>
          <p:cNvSpPr/>
          <p:nvPr/>
        </p:nvSpPr>
        <p:spPr>
          <a:xfrm>
            <a:off x="7643834" y="3857628"/>
            <a:ext cx="214314" cy="642942"/>
          </a:xfrm>
          <a:prstGeom prst="beve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Куб 20">
            <a:hlinkHover r:id="rId4" action="ppaction://hlinksldjump"/>
          </p:cNvPr>
          <p:cNvSpPr/>
          <p:nvPr/>
        </p:nvSpPr>
        <p:spPr>
          <a:xfrm>
            <a:off x="3357554" y="2500306"/>
            <a:ext cx="642942" cy="571504"/>
          </a:xfrm>
          <a:prstGeom prst="cub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 descr="radio_active.png">
            <a:hlinkHover r:id="rId4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40" y="2000240"/>
            <a:ext cx="1013892" cy="838327"/>
          </a:xfrm>
          <a:prstGeom prst="rect">
            <a:avLst/>
          </a:prstGeom>
          <a:effectLst>
            <a:softEdge rad="317500"/>
          </a:effectLst>
        </p:spPr>
      </p:pic>
    </p:spTree>
  </p:cSld>
  <p:clrMapOvr>
    <a:masterClrMapping/>
  </p:clrMapOvr>
  <p:transition advClick="0" advTm="4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Багетная рамка 21">
            <a:hlinkClick r:id="rId2" action="ppaction://hlinksldjump"/>
            <a:hlinkHover r:id="rId2" action="ppaction://hlinksldjump"/>
          </p:cNvPr>
          <p:cNvSpPr/>
          <p:nvPr/>
        </p:nvSpPr>
        <p:spPr>
          <a:xfrm>
            <a:off x="0" y="0"/>
            <a:ext cx="9144000" cy="707233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Left click to continue!</a:t>
            </a:r>
            <a:endParaRPr lang="ru-RU" dirty="0"/>
          </a:p>
        </p:txBody>
      </p:sp>
      <p:sp>
        <p:nvSpPr>
          <p:cNvPr id="23" name="Багетная рамка 22">
            <a:hlinkClick r:id="rId3" action="ppaction://hlinksldjump"/>
          </p:cNvPr>
          <p:cNvSpPr/>
          <p:nvPr/>
        </p:nvSpPr>
        <p:spPr>
          <a:xfrm>
            <a:off x="4429124" y="4143380"/>
            <a:ext cx="428628" cy="1357322"/>
          </a:xfrm>
          <a:prstGeom prst="bevel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4" name="Багетная рамка 3">
            <a:hlinkClick r:id="rId2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143372" y="4143380"/>
            <a:ext cx="928694" cy="1357322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5" name="Багетная рамка 4"/>
          <p:cNvSpPr/>
          <p:nvPr/>
        </p:nvSpPr>
        <p:spPr>
          <a:xfrm>
            <a:off x="0" y="0"/>
            <a:ext cx="4143372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/>
          <p:cNvSpPr/>
          <p:nvPr/>
        </p:nvSpPr>
        <p:spPr>
          <a:xfrm>
            <a:off x="5072066" y="0"/>
            <a:ext cx="4071934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/>
          <p:cNvSpPr/>
          <p:nvPr/>
        </p:nvSpPr>
        <p:spPr>
          <a:xfrm>
            <a:off x="4143372" y="5500702"/>
            <a:ext cx="928694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/>
          <p:cNvSpPr/>
          <p:nvPr/>
        </p:nvSpPr>
        <p:spPr>
          <a:xfrm>
            <a:off x="4143372" y="0"/>
            <a:ext cx="928694" cy="11429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rId5" action="ppaction://hlinksldjump"/>
          </p:cNvPr>
          <p:cNvSpPr/>
          <p:nvPr/>
        </p:nvSpPr>
        <p:spPr>
          <a:xfrm>
            <a:off x="4143372" y="1142984"/>
            <a:ext cx="928694" cy="428628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11" name="Прямоугольник 10">
            <a:hlinkHover r:id="" action="ppaction://hlinkshowjump?jump=nextslide"/>
          </p:cNvPr>
          <p:cNvSpPr/>
          <p:nvPr/>
        </p:nvSpPr>
        <p:spPr>
          <a:xfrm>
            <a:off x="4143372" y="2071678"/>
            <a:ext cx="928694" cy="214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4" name="Дата 1"/>
          <p:cNvSpPr txBox="1">
            <a:spLocks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32299B-6337-4819-AAF8-753C5CC81ABF}" type="datetime9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16.04.2023 0:28:14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Нижний колонтитул 2"/>
          <p:cNvSpPr txBox="1">
            <a:spLocks/>
          </p:cNvSpPr>
          <p:nvPr/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Experimental Beta (1.0)</a:t>
            </a: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Багетная рамка 5">
            <a:hlinkClick r:id="rId2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143372" y="4143380"/>
            <a:ext cx="928694" cy="1357322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7" name="Багетная рамка 6"/>
          <p:cNvSpPr/>
          <p:nvPr/>
        </p:nvSpPr>
        <p:spPr>
          <a:xfrm>
            <a:off x="0" y="0"/>
            <a:ext cx="4143372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/>
          <p:cNvSpPr/>
          <p:nvPr/>
        </p:nvSpPr>
        <p:spPr>
          <a:xfrm>
            <a:off x="5072066" y="0"/>
            <a:ext cx="4071934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/>
          <p:cNvSpPr/>
          <p:nvPr/>
        </p:nvSpPr>
        <p:spPr>
          <a:xfrm>
            <a:off x="4143372" y="5500702"/>
            <a:ext cx="928694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агетная рамка 9"/>
          <p:cNvSpPr/>
          <p:nvPr/>
        </p:nvSpPr>
        <p:spPr>
          <a:xfrm>
            <a:off x="4143372" y="0"/>
            <a:ext cx="928694" cy="11429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агетная рамка 10">
            <a:hlinkClick r:id="rId5" action="ppaction://hlinksldjump"/>
          </p:cNvPr>
          <p:cNvSpPr/>
          <p:nvPr/>
        </p:nvSpPr>
        <p:spPr>
          <a:xfrm>
            <a:off x="4143372" y="1142984"/>
            <a:ext cx="928694" cy="428628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4143372" y="2071678"/>
            <a:ext cx="928694" cy="214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 descr="sadface_surprise.png">
            <a:hlinkHover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4810" y="1571612"/>
            <a:ext cx="785818" cy="571504"/>
          </a:xfrm>
          <a:prstGeom prst="rect">
            <a:avLst/>
          </a:prstGeom>
        </p:spPr>
      </p:pic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4" name="Багетная рамка 3">
            <a:hlinkClick r:id="rId2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143372" y="4143380"/>
            <a:ext cx="928694" cy="1357322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5" name="Багетная рамка 4"/>
          <p:cNvSpPr/>
          <p:nvPr/>
        </p:nvSpPr>
        <p:spPr>
          <a:xfrm>
            <a:off x="0" y="0"/>
            <a:ext cx="4143372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/>
          <p:cNvSpPr/>
          <p:nvPr/>
        </p:nvSpPr>
        <p:spPr>
          <a:xfrm>
            <a:off x="5072066" y="0"/>
            <a:ext cx="4071934" cy="6858000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/>
          <p:cNvSpPr/>
          <p:nvPr/>
        </p:nvSpPr>
        <p:spPr>
          <a:xfrm>
            <a:off x="4143372" y="5500702"/>
            <a:ext cx="928694" cy="1357298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/>
          <p:cNvSpPr/>
          <p:nvPr/>
        </p:nvSpPr>
        <p:spPr>
          <a:xfrm>
            <a:off x="4143372" y="0"/>
            <a:ext cx="928694" cy="114298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>
            <a:hlinkClick r:id="rId5" action="ppaction://hlinksldjump">
              <a:snd r:embed="rId3" name="default_locked.wav"/>
            </a:hlinkClick>
            <a:hlinkHover r:id="" action="ppaction://noaction">
              <a:snd r:embed="rId4" name="cbot_alert1.wav"/>
            </a:hlinkHover>
          </p:cNvPr>
          <p:cNvSpPr/>
          <p:nvPr/>
        </p:nvSpPr>
        <p:spPr>
          <a:xfrm>
            <a:off x="4143372" y="1142984"/>
            <a:ext cx="928694" cy="428628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finish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pic>
        <p:nvPicPr>
          <p:cNvPr id="4" name="Рисунок 3" descr="sadface_jumpsc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96296E-6 C -0.00313 2.96296E-6 0.01597 -0.00625 0.01319 -0.00672 C 0.01042 -0.00718 -0.01806 -0.00301 -0.01667 -0.00232 C -0.01528 -0.00162 0.0224 -0.00232 0.02153 -0.00232 C 0.02066 -0.00232 -0.02344 -0.00162 -0.0217 -0.00232 C -0.01997 -0.00301 0.0283 -0.00718 0.0316 -0.00672 C 0.0349 -0.00625 0.00312 2.96296E-6 5.55556E-7 2.96296E-6 Z " pathEditMode="relative" ptsTypes="aaaaaaa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_alert2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5" name="Багетная рамка 4">
            <a:hlinkClick r:id="rId3" action="ppaction://hlinksldjump">
              <a:snd r:embed="rId4" name="default_locked.wav"/>
            </a:hlinkClick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13932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Defeated.</a:t>
            </a:r>
            <a:endParaRPr lang="ru-RU" sz="9600" dirty="0"/>
          </a:p>
        </p:txBody>
      </p:sp>
      <p:sp>
        <p:nvSpPr>
          <p:cNvPr id="7" name="Управляющая кнопка: домой 6">
            <a:hlinkClick r:id="rId5" action="ppaction://hlinksldjump" highlightClick="1">
              <a:snd r:embed="rId6" name="buttonclick.wav"/>
            </a:hlinkClick>
            <a:hlinkHover r:id="" action="ppaction://noaction">
              <a:snd r:embed="rId7" name="buttonrollover.wav"/>
            </a:hlinkHover>
          </p:cNvPr>
          <p:cNvSpPr/>
          <p:nvPr/>
        </p:nvSpPr>
        <p:spPr>
          <a:xfrm>
            <a:off x="8501090" y="0"/>
            <a:ext cx="642910" cy="6429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HL2_song26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8"/>
          <a:stretch>
            <a:fillRect/>
          </a:stretch>
        </p:blipFill>
        <p:spPr>
          <a:xfrm flipV="1">
            <a:off x="0" y="0"/>
            <a:ext cx="357166" cy="357166"/>
          </a:xfrm>
          <a:prstGeom prst="rect">
            <a:avLst/>
          </a:prstGeom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pic>
        <p:nvPicPr>
          <p:cNvPr id="4" name="Рисунок 3" descr="sadface_surpr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43240" y="5288340"/>
            <a:ext cx="27590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/>
              <a:t>STOP</a:t>
            </a:r>
            <a:endParaRPr lang="ru-RU" sz="9600" dirty="0"/>
          </a:p>
        </p:txBody>
      </p:sp>
    </p:spTree>
  </p:cSld>
  <p:clrMapOvr>
    <a:masterClrMapping/>
  </p:clrMapOvr>
  <p:transition advTm="1000">
    <p:sndAc>
      <p:stSnd>
        <p:snd r:embed="rId2" name="sci_pain3.wav"/>
      </p:stSnd>
    </p:sndAc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5" name="Багетная рамка 4">
            <a:hlinkClick r:id="rId3" action="ppaction://hlinksldjump">
              <a:snd r:embed="rId4" name="default_locked.wav"/>
            </a:hlinkClick>
          </p:cNvPr>
          <p:cNvSpPr/>
          <p:nvPr/>
        </p:nvSpPr>
        <p:spPr>
          <a:xfrm>
            <a:off x="500034" y="4429132"/>
            <a:ext cx="1500198" cy="107157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13932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Defeated.</a:t>
            </a:r>
            <a:endParaRPr lang="ru-RU" sz="9600" dirty="0"/>
          </a:p>
        </p:txBody>
      </p:sp>
      <p:sp>
        <p:nvSpPr>
          <p:cNvPr id="7" name="Управляющая кнопка: домой 6">
            <a:hlinkClick r:id="rId5" action="ppaction://hlinksldjump" highlightClick="1">
              <a:snd r:embed="rId6" name="buttonclick.wav"/>
            </a:hlinkClick>
            <a:hlinkHover r:id="" action="ppaction://noaction">
              <a:snd r:embed="rId7" name="buttonrollover.wav"/>
            </a:hlinkHover>
          </p:cNvPr>
          <p:cNvSpPr/>
          <p:nvPr/>
        </p:nvSpPr>
        <p:spPr>
          <a:xfrm>
            <a:off x="8501090" y="0"/>
            <a:ext cx="642910" cy="6429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HL2_song26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8"/>
          <a:stretch>
            <a:fillRect/>
          </a:stretch>
        </p:blipFill>
        <p:spPr>
          <a:xfrm flipV="1">
            <a:off x="0" y="0"/>
            <a:ext cx="357166" cy="357166"/>
          </a:xfrm>
          <a:prstGeom prst="rect">
            <a:avLst/>
          </a:prstGeom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1026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Прямоугольник 4">
            <a:hlinkClick r:id="rId5" action="ppaction://hlinksldjump"/>
          </p:cNvPr>
          <p:cNvSpPr/>
          <p:nvPr/>
        </p:nvSpPr>
        <p:spPr>
          <a:xfrm>
            <a:off x="8572528" y="0"/>
            <a:ext cx="571472" cy="500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advClick="0" advTm="10000">
    <p:sndAc>
      <p:stSnd>
        <p:snd r:embed="rId3" name="Theme1.wav"/>
      </p:stSnd>
    </p:sndAc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2050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235743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It’s not the end, yet.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3000">
    <p:sndAc>
      <p:stSnd>
        <p:snd r:embed="rId3" name="talk.wav"/>
      </p:stSnd>
    </p:sndAc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4098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235743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You have to go further... And further…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3000">
    <p:sndAc>
      <p:stSnd>
        <p:snd r:embed="rId3" name="talk.wav"/>
      </p:stSnd>
    </p:sndAc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35842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235743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…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3000">
    <p:sndAc>
      <p:stSnd>
        <p:snd r:embed="rId3" name="talk.wav"/>
      </p:stSnd>
    </p:sndAc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/>
        </p:nvGraphicFramePr>
        <p:xfrm>
          <a:off x="0" y="0"/>
          <a:ext cx="9144000" cy="6858024"/>
        </p:xfrm>
        <a:graphic>
          <a:graphicData uri="http://schemas.openxmlformats.org/presentationml/2006/ole">
            <p:oleObj spid="_x0000_s36866" name="Точечный рисунок" r:id="rId4" imgW="1800476" imgH="1800476" progId="PBrush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235743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Let’s do this again…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Tm="3000">
    <p:sndAc>
      <p:stSnd>
        <p:snd r:embed="rId3" name="talk.wav"/>
      </p:stSnd>
    </p:sndAc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Плюс 4"/>
          <p:cNvSpPr/>
          <p:nvPr/>
        </p:nvSpPr>
        <p:spPr>
          <a:xfrm>
            <a:off x="5643570" y="3357562"/>
            <a:ext cx="914400" cy="914400"/>
          </a:xfrm>
          <a:prstGeom prst="mathPl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Минус 5">
            <a:hlinkHover r:id="" action="ppaction://hlinkshowjump?jump=nextslide"/>
          </p:cNvPr>
          <p:cNvSpPr/>
          <p:nvPr/>
        </p:nvSpPr>
        <p:spPr>
          <a:xfrm>
            <a:off x="2571736" y="3357562"/>
            <a:ext cx="914400" cy="914400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Плюс 4">
            <a:hlinkClick r:id="rId3" action="ppaction://hlinksldjump">
              <a:snd r:embed="rId4" name="default_locked.wav"/>
            </a:hlinkClick>
            <a:hlinkHover r:id="" action="ppaction://noaction">
              <a:snd r:embed="rId5" name="ambient1.wav"/>
            </a:hlinkHover>
          </p:cNvPr>
          <p:cNvSpPr/>
          <p:nvPr/>
        </p:nvSpPr>
        <p:spPr>
          <a:xfrm>
            <a:off x="5643570" y="3357562"/>
            <a:ext cx="914400" cy="914400"/>
          </a:xfrm>
          <a:prstGeom prst="mathPl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2500298" y="3286124"/>
            <a:ext cx="1071570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79</a:t>
            </a:r>
            <a:endParaRPr lang="ru-RU" sz="6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4" name="Минус 3">
            <a:hlinkClick r:id="rId2" action="ppaction://hlinksldjump"/>
          </p:cNvPr>
          <p:cNvSpPr/>
          <p:nvPr/>
        </p:nvSpPr>
        <p:spPr>
          <a:xfrm rot="20243749">
            <a:off x="6399242" y="406979"/>
            <a:ext cx="2486036" cy="1843094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Умножение 4"/>
          <p:cNvSpPr/>
          <p:nvPr/>
        </p:nvSpPr>
        <p:spPr>
          <a:xfrm>
            <a:off x="-2714676" y="3286124"/>
            <a:ext cx="7143800" cy="4214842"/>
          </a:xfrm>
          <a:prstGeom prst="mathMultiply">
            <a:avLst/>
          </a:prstGeom>
          <a:solidFill>
            <a:srgbClr val="E22A93"/>
          </a:solidFill>
          <a:ln>
            <a:solidFill>
              <a:srgbClr val="E22A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928926" y="2500306"/>
            <a:ext cx="3071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Incorrect!</a:t>
            </a:r>
            <a:endParaRPr lang="ru-RU" sz="4800" dirty="0"/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16" name="Багетная рамка 15">
            <a:hlinkClick r:id="rId2" action="ppaction://hlinksldjump"/>
          </p:cNvPr>
          <p:cNvSpPr/>
          <p:nvPr/>
        </p:nvSpPr>
        <p:spPr>
          <a:xfrm>
            <a:off x="3214678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18" name="Багетная рамка 17">
            <a:hlinkClick r:id="rId2" action="ppaction://hlinksldjump"/>
          </p:cNvPr>
          <p:cNvSpPr/>
          <p:nvPr/>
        </p:nvSpPr>
        <p:spPr>
          <a:xfrm>
            <a:off x="4214810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19" name="Багетная рамка 18">
            <a:hlinkClick r:id="rId2" action="ppaction://hlinksldjump"/>
          </p:cNvPr>
          <p:cNvSpPr/>
          <p:nvPr/>
        </p:nvSpPr>
        <p:spPr>
          <a:xfrm>
            <a:off x="5214942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20" name="Багетная рамка 19">
            <a:hlinkClick r:id="rId2" action="ppaction://hlinksldjump"/>
          </p:cNvPr>
          <p:cNvSpPr/>
          <p:nvPr/>
        </p:nvSpPr>
        <p:spPr>
          <a:xfrm>
            <a:off x="3214678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21" name="Багетная рамка 20">
            <a:hlinkClick r:id="rId2" action="ppaction://hlinksldjump"/>
          </p:cNvPr>
          <p:cNvSpPr/>
          <p:nvPr/>
        </p:nvSpPr>
        <p:spPr>
          <a:xfrm>
            <a:off x="4214810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22" name="Багетная рамка 21">
            <a:hlinkClick r:id="rId2" action="ppaction://hlinksldjump"/>
          </p:cNvPr>
          <p:cNvSpPr/>
          <p:nvPr/>
        </p:nvSpPr>
        <p:spPr>
          <a:xfrm>
            <a:off x="5214942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23" name="Багетная рамка 22">
            <a:hlinkClick r:id="rId3" action="ppaction://hlinksldjump"/>
          </p:cNvPr>
          <p:cNvSpPr/>
          <p:nvPr/>
        </p:nvSpPr>
        <p:spPr>
          <a:xfrm>
            <a:off x="3214678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24" name="Багетная рамка 23">
            <a:hlinkClick r:id="rId2" action="ppaction://hlinksldjump"/>
          </p:cNvPr>
          <p:cNvSpPr/>
          <p:nvPr/>
        </p:nvSpPr>
        <p:spPr>
          <a:xfrm>
            <a:off x="4214810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25" name="Багетная рамка 24">
            <a:hlinkClick r:id="rId2" action="ppaction://hlinksldjump"/>
          </p:cNvPr>
          <p:cNvSpPr/>
          <p:nvPr/>
        </p:nvSpPr>
        <p:spPr>
          <a:xfrm>
            <a:off x="5214942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ru-RU" dirty="0"/>
          </a:p>
        </p:txBody>
      </p:sp>
      <p:sp>
        <p:nvSpPr>
          <p:cNvPr id="26" name="Багетная рамка 25">
            <a:hlinkClick r:id="rId2" action="ppaction://hlinksldjump"/>
          </p:cNvPr>
          <p:cNvSpPr/>
          <p:nvPr/>
        </p:nvSpPr>
        <p:spPr>
          <a:xfrm>
            <a:off x="4214810" y="4214818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15" name="Багетная рамка 14">
            <a:hlinkClick r:id="rId2" action="ppaction://hlinksldjump"/>
          </p:cNvPr>
          <p:cNvSpPr/>
          <p:nvPr/>
        </p:nvSpPr>
        <p:spPr>
          <a:xfrm>
            <a:off x="3214678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16" name="Багетная рамка 15">
            <a:hlinkClick r:id="rId2" action="ppaction://hlinksldjump"/>
          </p:cNvPr>
          <p:cNvSpPr/>
          <p:nvPr/>
        </p:nvSpPr>
        <p:spPr>
          <a:xfrm>
            <a:off x="4214810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17" name="Багетная рамка 16">
            <a:hlinkClick r:id="rId2" action="ppaction://hlinksldjump"/>
          </p:cNvPr>
          <p:cNvSpPr/>
          <p:nvPr/>
        </p:nvSpPr>
        <p:spPr>
          <a:xfrm>
            <a:off x="5214942" y="2214554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18" name="Багетная рамка 17">
            <a:hlinkClick r:id="rId2" action="ppaction://hlinksldjump"/>
          </p:cNvPr>
          <p:cNvSpPr/>
          <p:nvPr/>
        </p:nvSpPr>
        <p:spPr>
          <a:xfrm>
            <a:off x="3214678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9" name="Багетная рамка 18">
            <a:hlinkClick r:id="rId2" action="ppaction://hlinksldjump"/>
          </p:cNvPr>
          <p:cNvSpPr/>
          <p:nvPr/>
        </p:nvSpPr>
        <p:spPr>
          <a:xfrm>
            <a:off x="4214810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20" name="Багетная рамка 19">
            <a:hlinkClick r:id="rId2" action="ppaction://hlinksldjump"/>
          </p:cNvPr>
          <p:cNvSpPr/>
          <p:nvPr/>
        </p:nvSpPr>
        <p:spPr>
          <a:xfrm>
            <a:off x="5214942" y="1214422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21" name="Багетная рамка 20">
            <a:hlinkClick r:id="rId2" action="ppaction://hlinksldjump"/>
          </p:cNvPr>
          <p:cNvSpPr/>
          <p:nvPr/>
        </p:nvSpPr>
        <p:spPr>
          <a:xfrm>
            <a:off x="3214678" y="3214686"/>
            <a:ext cx="1042416" cy="1042416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22" name="Багетная рамка 21">
            <a:hlinkClick r:id="rId2" action="ppaction://hlinksldjump"/>
          </p:cNvPr>
          <p:cNvSpPr/>
          <p:nvPr/>
        </p:nvSpPr>
        <p:spPr>
          <a:xfrm>
            <a:off x="4214810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23" name="Багетная рамка 22">
            <a:hlinkClick r:id="rId3" action="ppaction://hlinksldjump"/>
          </p:cNvPr>
          <p:cNvSpPr/>
          <p:nvPr/>
        </p:nvSpPr>
        <p:spPr>
          <a:xfrm>
            <a:off x="5214942" y="3214686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ru-RU" dirty="0"/>
          </a:p>
        </p:txBody>
      </p:sp>
      <p:sp>
        <p:nvSpPr>
          <p:cNvPr id="24" name="Багетная рамка 23">
            <a:hlinkClick r:id="rId2" action="ppaction://hlinksldjump"/>
          </p:cNvPr>
          <p:cNvSpPr/>
          <p:nvPr/>
        </p:nvSpPr>
        <p:spPr>
          <a:xfrm>
            <a:off x="4214810" y="4214818"/>
            <a:ext cx="1042416" cy="104241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64778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An simple puzzle game..?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E7B0-E40F-4579-A8E4-E122EEDC979D}" type="datetime9">
              <a:rPr lang="ru-RU" smtClean="0"/>
              <a:pPr/>
              <a:t>16.04.2023 0:28:22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sp>
        <p:nvSpPr>
          <p:cNvPr id="11" name="Управляющая кнопка: далее 10">
            <a:hlinkClick r:id="rId3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1428736"/>
            <a:ext cx="500034" cy="50006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Управляющая кнопка: сведения 11">
            <a:hlinkClick r:id="rId6" action="ppaction://hlinksldjump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071678"/>
            <a:ext cx="500034" cy="500066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возврат 12">
            <a:hlinkClick r:id="" action="ppaction://hlinkshowjump?jump=endshow" highlightClick="1">
              <a:snd r:embed="rId4" name="buttonclick.wav"/>
            </a:hlinkClick>
            <a:hlinkHover r:id="" action="ppaction://noaction">
              <a:snd r:embed="rId5" name="buttonrollover.wav"/>
            </a:hlinkHover>
          </p:cNvPr>
          <p:cNvSpPr/>
          <p:nvPr/>
        </p:nvSpPr>
        <p:spPr>
          <a:xfrm>
            <a:off x="0" y="2714620"/>
            <a:ext cx="500034" cy="571504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71472" y="150017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72" y="2143116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Credits’N’Info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42910" y="278605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Quit</a:t>
            </a:r>
            <a:endParaRPr lang="ru-RU" dirty="0"/>
          </a:p>
        </p:txBody>
      </p:sp>
      <p:sp>
        <p:nvSpPr>
          <p:cNvPr id="15" name="Багетная рамка 14">
            <a:hlinkClick r:id="rId7" action="ppaction://hlinksldjump"/>
          </p:cNvPr>
          <p:cNvSpPr/>
          <p:nvPr/>
        </p:nvSpPr>
        <p:spPr>
          <a:xfrm>
            <a:off x="7000892" y="5500702"/>
            <a:ext cx="2143108" cy="1357298"/>
          </a:xfrm>
          <a:prstGeom prst="bevel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Bypass.</a:t>
            </a:r>
            <a:endParaRPr lang="ru-RU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ar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1" grpId="0" animBg="1"/>
      <p:bldP spid="12" grpId="0" animBg="1"/>
      <p:bldP spid="13" grpId="0" animBg="1"/>
      <p:bldP spid="14" grpId="0"/>
      <p:bldP spid="1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dirty="0" smtClean="0"/>
              <a:t>Experimental Beta (1.0)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642045" y="0"/>
            <a:ext cx="55019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/>
              <a:t>CREDITS AND INFO</a:t>
            </a:r>
            <a:endParaRPr lang="ru-RU" sz="5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100010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$&gt;Made by: Ivan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35729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$&gt;PowerPoint version: OG unmodified 2007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0" y="17144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$&gt;OS Version: Windows 7 86x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207167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$&gt;Started development: 4/15/2023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242886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$&gt;VBA available?: No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278605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$&gt;Release date: [REDACTED]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314324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$&gt;Is experimental?: Yes</a:t>
            </a:r>
            <a:endParaRPr lang="ru-RU" dirty="0"/>
          </a:p>
        </p:txBody>
      </p:sp>
      <p:sp>
        <p:nvSpPr>
          <p:cNvPr id="14" name="Прямоугольник 13">
            <a:hlinkClick r:id="rId2" action="ppaction://hlinksldjump"/>
          </p:cNvPr>
          <p:cNvSpPr/>
          <p:nvPr/>
        </p:nvSpPr>
        <p:spPr>
          <a:xfrm>
            <a:off x="0" y="0"/>
            <a:ext cx="214282" cy="2857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назад 14">
            <a:hlinkClick r:id="" action="ppaction://hlinkshowjump?jump=firstslide" highlightClick="1">
              <a:snd r:embed="rId3" name="buttonclick.wav"/>
            </a:hlinkClick>
            <a:hlinkHover r:id="" action="ppaction://noaction">
              <a:snd r:embed="rId4" name="buttonrollover.wav"/>
            </a:hlinkHover>
          </p:cNvPr>
          <p:cNvSpPr/>
          <p:nvPr/>
        </p:nvSpPr>
        <p:spPr>
          <a:xfrm>
            <a:off x="0" y="5072074"/>
            <a:ext cx="1357290" cy="71438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0" y="228599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Thank you.</a:t>
            </a:r>
            <a:endParaRPr lang="ru-RU" sz="1200" b="1" dirty="0">
              <a:solidFill>
                <a:schemeClr val="bg1"/>
              </a:solidFill>
            </a:endParaRPr>
          </a:p>
        </p:txBody>
      </p:sp>
      <p:pic>
        <p:nvPicPr>
          <p:cNvPr id="7" name="HL2_song10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4"/>
          <a:stretch>
            <a:fillRect/>
          </a:stretch>
        </p:blipFill>
        <p:spPr>
          <a:xfrm>
            <a:off x="4214810" y="-85728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3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xit" presetSubtype="0" fill="hold" grpId="0" nodeType="afterEffect">
                                  <p:stCondLst>
                                    <p:cond delay="2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showWhenStopped="0">
                <p:cTn id="11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0:28:24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 advTm="6000">
    <p:sndAc>
      <p:stSnd>
        <p:snd r:embed="rId2" name="apc_firstgear_loop1.wav"/>
      </p:stSnd>
    </p:sndAc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299B-6337-4819-AAF8-753C5CC81ABF}" type="datetime9">
              <a:rPr lang="ru-RU" smtClean="0"/>
              <a:pPr/>
              <a:t>16.04.2023 0:27:57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z-Latn-AZ" smtClean="0"/>
              <a:t>Experimental Beta (1.0)</a:t>
            </a:r>
            <a:endParaRPr lang="ru-RU"/>
          </a:p>
        </p:txBody>
      </p:sp>
      <p:pic>
        <p:nvPicPr>
          <p:cNvPr id="9" name="HL2_Song14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304800" cy="304800"/>
          </a:xfrm>
          <a:prstGeom prst="rect">
            <a:avLst/>
          </a:prstGeom>
        </p:spPr>
      </p:pic>
      <p:sp>
        <p:nvSpPr>
          <p:cNvPr id="19" name="Полилиния 18">
            <a:hlinkHover r:id="rId4" action="ppaction://hlinksldjump">
              <a:snd r:embed="rId5" name="Hit2.wav"/>
            </a:hlinkHover>
          </p:cNvPr>
          <p:cNvSpPr/>
          <p:nvPr/>
        </p:nvSpPr>
        <p:spPr>
          <a:xfrm>
            <a:off x="-3786246" y="4429132"/>
            <a:ext cx="18843172" cy="816427"/>
          </a:xfrm>
          <a:custGeom>
            <a:avLst/>
            <a:gdLst>
              <a:gd name="connsiteX0" fmla="*/ 0 w 18843172"/>
              <a:gd name="connsiteY0" fmla="*/ 604156 h 816427"/>
              <a:gd name="connsiteX1" fmla="*/ 1175657 w 18843172"/>
              <a:gd name="connsiteY1" fmla="*/ 146956 h 816427"/>
              <a:gd name="connsiteX2" fmla="*/ 2351314 w 18843172"/>
              <a:gd name="connsiteY2" fmla="*/ 604156 h 816427"/>
              <a:gd name="connsiteX3" fmla="*/ 4310743 w 18843172"/>
              <a:gd name="connsiteY3" fmla="*/ 146956 h 816427"/>
              <a:gd name="connsiteX4" fmla="*/ 5747657 w 18843172"/>
              <a:gd name="connsiteY4" fmla="*/ 702128 h 816427"/>
              <a:gd name="connsiteX5" fmla="*/ 7543800 w 18843172"/>
              <a:gd name="connsiteY5" fmla="*/ 146956 h 816427"/>
              <a:gd name="connsiteX6" fmla="*/ 9307286 w 18843172"/>
              <a:gd name="connsiteY6" fmla="*/ 800099 h 816427"/>
              <a:gd name="connsiteX7" fmla="*/ 10613572 w 18843172"/>
              <a:gd name="connsiteY7" fmla="*/ 48985 h 816427"/>
              <a:gd name="connsiteX8" fmla="*/ 12605657 w 18843172"/>
              <a:gd name="connsiteY8" fmla="*/ 800099 h 816427"/>
              <a:gd name="connsiteX9" fmla="*/ 14532429 w 18843172"/>
              <a:gd name="connsiteY9" fmla="*/ 16328 h 816427"/>
              <a:gd name="connsiteX10" fmla="*/ 16622486 w 18843172"/>
              <a:gd name="connsiteY10" fmla="*/ 702128 h 816427"/>
              <a:gd name="connsiteX11" fmla="*/ 18843172 w 18843172"/>
              <a:gd name="connsiteY11" fmla="*/ 48985 h 81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843172" h="816427">
                <a:moveTo>
                  <a:pt x="0" y="604156"/>
                </a:moveTo>
                <a:cubicBezTo>
                  <a:pt x="391885" y="375556"/>
                  <a:pt x="783771" y="146956"/>
                  <a:pt x="1175657" y="146956"/>
                </a:cubicBezTo>
                <a:cubicBezTo>
                  <a:pt x="1567543" y="146956"/>
                  <a:pt x="1828800" y="604156"/>
                  <a:pt x="2351314" y="604156"/>
                </a:cubicBezTo>
                <a:cubicBezTo>
                  <a:pt x="2873828" y="604156"/>
                  <a:pt x="3744686" y="130627"/>
                  <a:pt x="4310743" y="146956"/>
                </a:cubicBezTo>
                <a:cubicBezTo>
                  <a:pt x="4876800" y="163285"/>
                  <a:pt x="5208814" y="702128"/>
                  <a:pt x="5747657" y="702128"/>
                </a:cubicBezTo>
                <a:cubicBezTo>
                  <a:pt x="6286500" y="702128"/>
                  <a:pt x="6950529" y="130628"/>
                  <a:pt x="7543800" y="146956"/>
                </a:cubicBezTo>
                <a:cubicBezTo>
                  <a:pt x="8137071" y="163284"/>
                  <a:pt x="8795657" y="816427"/>
                  <a:pt x="9307286" y="800099"/>
                </a:cubicBezTo>
                <a:cubicBezTo>
                  <a:pt x="9818915" y="783771"/>
                  <a:pt x="10063844" y="48985"/>
                  <a:pt x="10613572" y="48985"/>
                </a:cubicBezTo>
                <a:cubicBezTo>
                  <a:pt x="11163300" y="48985"/>
                  <a:pt x="11952514" y="805542"/>
                  <a:pt x="12605657" y="800099"/>
                </a:cubicBezTo>
                <a:cubicBezTo>
                  <a:pt x="13258800" y="794656"/>
                  <a:pt x="13862958" y="32656"/>
                  <a:pt x="14532429" y="16328"/>
                </a:cubicBezTo>
                <a:cubicBezTo>
                  <a:pt x="15201900" y="0"/>
                  <a:pt x="15904029" y="696685"/>
                  <a:pt x="16622486" y="702128"/>
                </a:cubicBezTo>
                <a:cubicBezTo>
                  <a:pt x="17340943" y="707571"/>
                  <a:pt x="18315215" y="108857"/>
                  <a:pt x="18843172" y="4898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hlinkHover r:id="rId4" action="ppaction://hlinksldjump">
              <a:snd r:embed="rId6" name="pl_fallpain3.wav"/>
            </a:hlinkHover>
          </p:cNvPr>
          <p:cNvSpPr/>
          <p:nvPr/>
        </p:nvSpPr>
        <p:spPr>
          <a:xfrm rot="1183977">
            <a:off x="11037507" y="2912290"/>
            <a:ext cx="1928826" cy="4357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hlinkClick r:id="rId4" action="ppaction://hlinksldjump"/>
            <a:hlinkHover r:id="rId4" action="ppaction://hlinksldjump">
              <a:snd r:embed="rId6" name="pl_fallpain3.wav"/>
            </a:hlinkHover>
          </p:cNvPr>
          <p:cNvSpPr/>
          <p:nvPr/>
        </p:nvSpPr>
        <p:spPr>
          <a:xfrm>
            <a:off x="11858676" y="2643182"/>
            <a:ext cx="2286016" cy="4214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hlinkHover r:id="rId4" action="ppaction://hlinksldjump">
              <a:snd r:embed="rId7" name="attach.wav"/>
            </a:hlinkHover>
          </p:cNvPr>
          <p:cNvSpPr/>
          <p:nvPr/>
        </p:nvSpPr>
        <p:spPr>
          <a:xfrm>
            <a:off x="10215602" y="-714404"/>
            <a:ext cx="500066" cy="30003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32-конечная звезда 28">
            <a:hlinkHover r:id="rId4" action="ppaction://hlinksldjump">
              <a:snd r:embed="rId8" name="mh_blade_snick2.wav"/>
            </a:hlinkHover>
          </p:cNvPr>
          <p:cNvSpPr/>
          <p:nvPr/>
        </p:nvSpPr>
        <p:spPr>
          <a:xfrm>
            <a:off x="9144000" y="3286124"/>
            <a:ext cx="2857520" cy="3000396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2786050" y="285728"/>
            <a:ext cx="28272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You are entering:</a:t>
            </a:r>
          </a:p>
          <a:p>
            <a:pPr algn="ctr"/>
            <a:r>
              <a:rPr lang="en-US" sz="3200" dirty="0" err="1" smtClean="0"/>
              <a:t>Dangerland</a:t>
            </a:r>
            <a:endParaRPr lang="ru-RU" sz="3200" dirty="0"/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27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35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animMotion origin="layout" path="M -2.22045E-16 3.33333E-6 L -1.66163 -0.01135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1" y="-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5" presetClass="path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animMotion origin="layout" path="M -4.16667E-6 1.11111E-6 L -1.61441 1.11111E-6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5" presetClass="path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animMotion origin="layout" path="M -4.44444E-6 -3.33333E-6 L -1.37673 -0.01365 " pathEditMode="relative" rAng="0" ptsTypes="AA">
                                      <p:cBhvr>
                                        <p:cTn id="22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8" y="-7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fill="hold" grpId="1" nodeType="withEffect">
                                  <p:stCondLst>
                                    <p:cond delay="15000"/>
                                  </p:stCondLst>
                                  <p:childTnLst>
                                    <p:animMotion origin="layout" path="M 0 0 L -1.15694 -0.00949 L -1.16059 -0.69537 L -0.15 -0.68565 L -0.15 0.03333 L -1.16059 -0.00486 L -1.16771 -0.68565 L -0.66788 -0.68565 L -0.66076 0.79051 " pathEditMode="relative" ptsTypes="AAAAAAAAA">
                                      <p:cBhvr>
                                        <p:cTn id="24" dur="5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2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9" grpId="0" animBg="1"/>
      <p:bldP spid="29" grpId="1" animBg="1"/>
      <p:bldP spid="10" grpId="0"/>
      <p:bldP spid="10" grpId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</TotalTime>
  <Words>351</Words>
  <PresentationFormat>Экран (4:3)</PresentationFormat>
  <Paragraphs>142</Paragraphs>
  <Slides>33</Slides>
  <Notes>0</Notes>
  <HiddenSlides>0</HiddenSlides>
  <MMClips>5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5" baseType="lpstr">
      <vt:lpstr>Тема Office</vt:lpstr>
      <vt:lpstr>Точечный рисунок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Гость</dc:creator>
  <cp:lastModifiedBy>Гость</cp:lastModifiedBy>
  <cp:revision>10</cp:revision>
  <dcterms:created xsi:type="dcterms:W3CDTF">2023-04-15T10:15:35Z</dcterms:created>
  <dcterms:modified xsi:type="dcterms:W3CDTF">2023-04-15T21:29:05Z</dcterms:modified>
</cp:coreProperties>
</file>