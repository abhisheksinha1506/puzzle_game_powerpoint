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256" r:id="rId2"/>
    <p:sldId id="258" r:id="rId3"/>
    <p:sldId id="262" r:id="rId4"/>
    <p:sldId id="259" r:id="rId5"/>
    <p:sldId id="272" r:id="rId6"/>
    <p:sldId id="260" r:id="rId7"/>
    <p:sldId id="261" r:id="rId8"/>
    <p:sldId id="263" r:id="rId9"/>
    <p:sldId id="264" r:id="rId10"/>
    <p:sldId id="266" r:id="rId11"/>
    <p:sldId id="267" r:id="rId12"/>
    <p:sldId id="270" r:id="rId13"/>
    <p:sldId id="268" r:id="rId14"/>
    <p:sldId id="293" r:id="rId15"/>
    <p:sldId id="271" r:id="rId16"/>
    <p:sldId id="303" r:id="rId17"/>
    <p:sldId id="304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05" r:id="rId34"/>
    <p:sldId id="306" r:id="rId35"/>
    <p:sldId id="273" r:id="rId36"/>
    <p:sldId id="29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7" r:id="rId49"/>
    <p:sldId id="288" r:id="rId50"/>
    <p:sldId id="289" r:id="rId51"/>
    <p:sldId id="295" r:id="rId52"/>
    <p:sldId id="290" r:id="rId53"/>
    <p:sldId id="296" r:id="rId54"/>
    <p:sldId id="299" r:id="rId55"/>
    <p:sldId id="300" r:id="rId56"/>
    <p:sldId id="301" r:id="rId57"/>
    <p:sldId id="302" r:id="rId58"/>
    <p:sldId id="322" r:id="rId59"/>
    <p:sldId id="323" r:id="rId6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E22A9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9" autoAdjust="0"/>
    <p:restoredTop sz="96147" autoAdjust="0"/>
  </p:normalViewPr>
  <p:slideViewPr>
    <p:cSldViewPr>
      <p:cViewPr>
        <p:scale>
          <a:sx n="50" d="100"/>
          <a:sy n="50" d="100"/>
        </p:scale>
        <p:origin x="-426" y="-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11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922F2-BEF3-4150-8113-8100739E4845}" type="datetimeFigureOut">
              <a:rPr lang="ru-RU" smtClean="0"/>
              <a:pPr/>
              <a:t>16.05.2023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F8158-D494-4AB5-8085-61DF75FC009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BF4E-68F7-4991-ADF7-F197BB0CD8E5}" type="datetime9">
              <a:rPr lang="ru-RU" smtClean="0"/>
              <a:pPr/>
              <a:t>16.05.2023 18:48:18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5DD7-A960-425E-B0DD-9ED8FE9D8BCE}" type="datetime9">
              <a:rPr lang="ru-RU" smtClean="0"/>
              <a:pPr/>
              <a:t>16.05.2023 18:48:18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B38E-205D-4D82-A07D-52783DEF1D25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EC70-E3B1-430A-AD05-482898F01F52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01063-2C8E-4DF8-8A22-CC7B21A9F521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0011-7B5B-4B74-858D-067D75E95E99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FA20-1866-4FF0-87D5-5782B208DBD5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AA1F-E2C9-4BAC-9B0D-F6C1E04A5E66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770B-DACD-4545-A95F-8C083BEDAAD9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AACB-D99B-4F23-B754-6886C04A0004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049B-5784-4EB4-A5DE-C7A1DA716962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C89AC-CD10-4A0D-8538-7F11F65256A5}" type="datetime9">
              <a:rPr lang="ru-RU" smtClean="0"/>
              <a:pPr/>
              <a:t>16.05.2023 18:48:19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audio" Target="../media/audio3.wav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5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8.wav"/><Relationship Id="rId3" Type="http://schemas.openxmlformats.org/officeDocument/2006/relationships/slide" Target="slide35.xml"/><Relationship Id="rId7" Type="http://schemas.openxmlformats.org/officeDocument/2006/relationships/audio" Target="../media/audio7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audio" Target="../media/audio6.wav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4" Type="http://schemas.openxmlformats.org/officeDocument/2006/relationships/audio" Target="../media/audio6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5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5.wav"/><Relationship Id="rId4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slide" Target="slide10.xml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2.xml"/><Relationship Id="rId4" Type="http://schemas.openxmlformats.org/officeDocument/2006/relationships/audio" Target="../media/audio5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3.xml"/><Relationship Id="rId4" Type="http://schemas.openxmlformats.org/officeDocument/2006/relationships/audio" Target="../media/audio5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slide" Target="slide13.xml"/><Relationship Id="rId4" Type="http://schemas.openxmlformats.org/officeDocument/2006/relationships/audio" Target="../media/audio5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7.xml"/><Relationship Id="rId4" Type="http://schemas.openxmlformats.org/officeDocument/2006/relationships/audio" Target="../media/audio5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0.wav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11.bin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12.bin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14.bin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15.bin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2.wav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16.bin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10.mp3" TargetMode="Externa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3.wav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4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slide" Target="slide44.xml"/><Relationship Id="rId4" Type="http://schemas.openxmlformats.org/officeDocument/2006/relationships/oleObject" Target="../embeddings/oleObject17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5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18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5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1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5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oleObject" Target="../embeddings/oleObject20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5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oleObject" Target="../embeddings/oleObject21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6.wav"/><Relationship Id="rId4" Type="http://schemas.openxmlformats.org/officeDocument/2006/relationships/audio" Target="../media/audio4.wav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44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10.mp3" TargetMode="External"/><Relationship Id="rId4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7.wav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audio" Target="../media/audio21.wav"/><Relationship Id="rId3" Type="http://schemas.openxmlformats.org/officeDocument/2006/relationships/image" Target="../media/image12.png"/><Relationship Id="rId7" Type="http://schemas.openxmlformats.org/officeDocument/2006/relationships/audio" Target="../media/audio20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14.mp3" TargetMode="External"/><Relationship Id="rId6" Type="http://schemas.openxmlformats.org/officeDocument/2006/relationships/slide" Target="slide55.xml"/><Relationship Id="rId5" Type="http://schemas.openxmlformats.org/officeDocument/2006/relationships/audio" Target="../media/audio19.wav"/><Relationship Id="rId4" Type="http://schemas.openxmlformats.org/officeDocument/2006/relationships/audio" Target="../media/audio18.wav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2.wav"/><Relationship Id="rId7" Type="http://schemas.openxmlformats.org/officeDocument/2006/relationships/image" Target="../media/image5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4.wav"/><Relationship Id="rId5" Type="http://schemas.openxmlformats.org/officeDocument/2006/relationships/audio" Target="../media/audio23.wav"/><Relationship Id="rId4" Type="http://schemas.openxmlformats.org/officeDocument/2006/relationships/slide" Target="slide5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audio" Target="../media/audio26.wav"/><Relationship Id="rId7" Type="http://schemas.openxmlformats.org/officeDocument/2006/relationships/image" Target="../media/image13.png"/><Relationship Id="rId2" Type="http://schemas.openxmlformats.org/officeDocument/2006/relationships/audio" Target="../media/audio25.wav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2.bin"/><Relationship Id="rId5" Type="http://schemas.openxmlformats.org/officeDocument/2006/relationships/audio" Target="../media/audio23.wav"/><Relationship Id="rId4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1.wav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23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oleObject" Target="../embeddings/oleObject24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4.wav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E4A8-CF26-4993-86D4-83751F26E2D3}" type="datetime9">
              <a:rPr lang="ru-RU" smtClean="0"/>
              <a:pPr/>
              <a:t>16.05.2023 20:54:55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30E4-6EF8-4BB6-8818-A228CFA0759D}" type="datetime9">
              <a:rPr lang="ru-RU" smtClean="0"/>
              <a:pPr/>
              <a:t>16.05.2023 20:55:00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B00F7-BF4A-482B-9A78-FCDED39391F2}" type="datetime9">
              <a:rPr lang="ru-RU" smtClean="0"/>
              <a:pPr/>
              <a:t>16.05.2023 20:54:58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857364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Start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40A8-9CC4-466B-8C05-90A7B92A52E4}" type="datetime9">
              <a:rPr lang="ru-RU" smtClean="0"/>
              <a:pPr/>
              <a:t>16.05.2023 20:55:01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3" action="ppaction://hlinksldjump"/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Багетная рамка 5">
            <a:hlinkHover r:id="rId4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4" action="ppaction://hlinksldjump"/>
          </p:cNvPr>
          <p:cNvSpPr/>
          <p:nvPr/>
        </p:nvSpPr>
        <p:spPr>
          <a:xfrm>
            <a:off x="500034" y="3357562"/>
            <a:ext cx="5572164" cy="107154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4" action="ppaction://hlinksldjump"/>
          </p:cNvPr>
          <p:cNvSpPr/>
          <p:nvPr/>
        </p:nvSpPr>
        <p:spPr>
          <a:xfrm>
            <a:off x="500034" y="5500702"/>
            <a:ext cx="8643966" cy="135729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5" name="go_alert2a.wav"/>
            </a:hlinkClick>
            <a:hlinkHover r:id="rId4" action="ppaction://hlinksldjump"/>
          </p:cNvPr>
          <p:cNvSpPr/>
          <p:nvPr/>
        </p:nvSpPr>
        <p:spPr>
          <a:xfrm>
            <a:off x="6715140" y="0"/>
            <a:ext cx="2428860" cy="550067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Click r:id="rId4" action="ppaction://hlinksldjump"/>
          </p:cNvPr>
          <p:cNvSpPr/>
          <p:nvPr/>
        </p:nvSpPr>
        <p:spPr>
          <a:xfrm>
            <a:off x="500034" y="2357430"/>
            <a:ext cx="371477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/>
          <p:cNvSpPr/>
          <p:nvPr/>
        </p:nvSpPr>
        <p:spPr>
          <a:xfrm>
            <a:off x="4357686" y="2500306"/>
            <a:ext cx="2357454" cy="7143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агетная рамка 11">
            <a:hlinkClick r:id="rId4" action="ppaction://hlinksldjump"/>
          </p:cNvPr>
          <p:cNvSpPr/>
          <p:nvPr/>
        </p:nvSpPr>
        <p:spPr>
          <a:xfrm>
            <a:off x="500034" y="1785926"/>
            <a:ext cx="6072230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4" action="ppaction://hlinksldjump"/>
          </p:cNvPr>
          <p:cNvSpPr/>
          <p:nvPr/>
        </p:nvSpPr>
        <p:spPr>
          <a:xfrm>
            <a:off x="500034" y="1214422"/>
            <a:ext cx="4714908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4" action="ppaction://hlinksldjump"/>
          </p:cNvPr>
          <p:cNvSpPr/>
          <p:nvPr/>
        </p:nvSpPr>
        <p:spPr>
          <a:xfrm>
            <a:off x="5286380" y="0"/>
            <a:ext cx="1428760" cy="1714464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авнобедренный треугольник 14">
            <a:hlinkHover r:id="rId4" action="ppaction://hlinksldjump"/>
          </p:cNvPr>
          <p:cNvSpPr/>
          <p:nvPr/>
        </p:nvSpPr>
        <p:spPr>
          <a:xfrm>
            <a:off x="321467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Равнобедренный треугольник 15">
            <a:hlinkHover r:id="rId4" action="ppaction://hlinksldjump"/>
          </p:cNvPr>
          <p:cNvSpPr/>
          <p:nvPr/>
        </p:nvSpPr>
        <p:spPr>
          <a:xfrm>
            <a:off x="357186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hlinkHover r:id="rId4" action="ppaction://hlinksldjump"/>
          </p:cNvPr>
          <p:cNvSpPr/>
          <p:nvPr/>
        </p:nvSpPr>
        <p:spPr>
          <a:xfrm>
            <a:off x="392905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hlinkHover r:id="rId4" action="ppaction://hlinksldjump"/>
          </p:cNvPr>
          <p:cNvSpPr/>
          <p:nvPr/>
        </p:nvSpPr>
        <p:spPr>
          <a:xfrm rot="10800000">
            <a:off x="321467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hlinkHover r:id="rId4" action="ppaction://hlinksldjump"/>
          </p:cNvPr>
          <p:cNvSpPr/>
          <p:nvPr/>
        </p:nvSpPr>
        <p:spPr>
          <a:xfrm rot="10800000">
            <a:off x="357186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>
            <a:hlinkHover r:id="rId4" action="ppaction://hlinksldjump"/>
          </p:cNvPr>
          <p:cNvSpPr/>
          <p:nvPr/>
        </p:nvSpPr>
        <p:spPr>
          <a:xfrm rot="10800000">
            <a:off x="392905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Hover r:id="rId4" action="ppaction://hlinksldjump"/>
          </p:cNvPr>
          <p:cNvSpPr/>
          <p:nvPr/>
        </p:nvSpPr>
        <p:spPr>
          <a:xfrm>
            <a:off x="5072066" y="4429132"/>
            <a:ext cx="214314" cy="500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4" action="ppaction://hlinksldjump"/>
          </p:cNvPr>
          <p:cNvSpPr/>
          <p:nvPr/>
        </p:nvSpPr>
        <p:spPr>
          <a:xfrm>
            <a:off x="5286380" y="4929198"/>
            <a:ext cx="214314" cy="5715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Багетная рамка 22">
            <a:hlinkClick r:id="rId3" action="ppaction://hlinksldjump">
              <a:snd r:embed="rId2" name="default_locked.wav"/>
            </a:hlinkClick>
            <a:hlinkHover r:id="" action="ppaction://noaction">
              <a:snd r:embed="rId6" name="cbot_alert1.wav"/>
            </a:hlinkHover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25" name="Прямоугольник 24">
            <a:hlinkHover r:id="rId3" action="ppaction://hlinksldjump"/>
          </p:cNvPr>
          <p:cNvSpPr/>
          <p:nvPr/>
        </p:nvSpPr>
        <p:spPr>
          <a:xfrm>
            <a:off x="5214942" y="1214422"/>
            <a:ext cx="295276" cy="276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Багетная рамка 23">
            <a:hlinkClick r:id="" action="ppaction://hlinkshowjump?jump=nextslide">
              <a:snd r:embed="rId7" name="spark1.wav"/>
            </a:hlinkClick>
            <a:hlinkHover r:id="" action="ppaction://noaction">
              <a:snd r:embed="rId8" name="gate_move1.wav"/>
            </a:hlinkHover>
          </p:cNvPr>
          <p:cNvSpPr/>
          <p:nvPr/>
        </p:nvSpPr>
        <p:spPr>
          <a:xfrm>
            <a:off x="500034" y="1857364"/>
            <a:ext cx="285752" cy="642942"/>
          </a:xfrm>
          <a:prstGeom prst="beve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X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3.33333E-6 L -7.5E-6 -0.08403 " pathEditMode="relative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30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 rev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7FEA-239F-4E57-B404-13A8F41F7A32}" type="datetime9">
              <a:rPr lang="ru-RU" smtClean="0"/>
              <a:pPr/>
              <a:t>16.05.2023 20:55:08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/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Багетная рамка 5">
            <a:hlinkHover r:id="rId3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3" action="ppaction://hlinksldjump"/>
          </p:cNvPr>
          <p:cNvSpPr/>
          <p:nvPr/>
        </p:nvSpPr>
        <p:spPr>
          <a:xfrm>
            <a:off x="500034" y="3357562"/>
            <a:ext cx="5572164" cy="107154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3" action="ppaction://hlinksldjump"/>
          </p:cNvPr>
          <p:cNvSpPr/>
          <p:nvPr/>
        </p:nvSpPr>
        <p:spPr>
          <a:xfrm>
            <a:off x="500034" y="5500702"/>
            <a:ext cx="8643966" cy="135729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4" name="go_alert2a.wav"/>
            </a:hlinkClick>
            <a:hlinkHover r:id="rId3" action="ppaction://hlinksldjump"/>
          </p:cNvPr>
          <p:cNvSpPr/>
          <p:nvPr/>
        </p:nvSpPr>
        <p:spPr>
          <a:xfrm>
            <a:off x="6715140" y="0"/>
            <a:ext cx="2428860" cy="550067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Click r:id="rId3" action="ppaction://hlinksldjump"/>
          </p:cNvPr>
          <p:cNvSpPr/>
          <p:nvPr/>
        </p:nvSpPr>
        <p:spPr>
          <a:xfrm>
            <a:off x="500034" y="2357430"/>
            <a:ext cx="371477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/>
          <p:cNvSpPr/>
          <p:nvPr/>
        </p:nvSpPr>
        <p:spPr>
          <a:xfrm>
            <a:off x="4357686" y="2500306"/>
            <a:ext cx="2357454" cy="7143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агетная рамка 11">
            <a:hlinkClick r:id="rId3" action="ppaction://hlinksldjump"/>
          </p:cNvPr>
          <p:cNvSpPr/>
          <p:nvPr/>
        </p:nvSpPr>
        <p:spPr>
          <a:xfrm>
            <a:off x="500034" y="1785926"/>
            <a:ext cx="6072230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3" action="ppaction://hlinksldjump"/>
          </p:cNvPr>
          <p:cNvSpPr/>
          <p:nvPr/>
        </p:nvSpPr>
        <p:spPr>
          <a:xfrm>
            <a:off x="500034" y="1214422"/>
            <a:ext cx="4714908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3" action="ppaction://hlinksldjump"/>
          </p:cNvPr>
          <p:cNvSpPr/>
          <p:nvPr/>
        </p:nvSpPr>
        <p:spPr>
          <a:xfrm>
            <a:off x="5357818" y="-142900"/>
            <a:ext cx="1428760" cy="1714464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авнобедренный треугольник 14">
            <a:hlinkHover r:id="rId3" action="ppaction://hlinksldjump"/>
          </p:cNvPr>
          <p:cNvSpPr/>
          <p:nvPr/>
        </p:nvSpPr>
        <p:spPr>
          <a:xfrm>
            <a:off x="321467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Равнобедренный треугольник 15">
            <a:hlinkHover r:id="rId3" action="ppaction://hlinksldjump"/>
          </p:cNvPr>
          <p:cNvSpPr/>
          <p:nvPr/>
        </p:nvSpPr>
        <p:spPr>
          <a:xfrm>
            <a:off x="357186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hlinkHover r:id="rId3" action="ppaction://hlinksldjump"/>
          </p:cNvPr>
          <p:cNvSpPr/>
          <p:nvPr/>
        </p:nvSpPr>
        <p:spPr>
          <a:xfrm>
            <a:off x="392905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hlinkHover r:id="rId3" action="ppaction://hlinksldjump"/>
          </p:cNvPr>
          <p:cNvSpPr/>
          <p:nvPr/>
        </p:nvSpPr>
        <p:spPr>
          <a:xfrm rot="10800000">
            <a:off x="321467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hlinkHover r:id="rId3" action="ppaction://hlinksldjump"/>
          </p:cNvPr>
          <p:cNvSpPr/>
          <p:nvPr/>
        </p:nvSpPr>
        <p:spPr>
          <a:xfrm rot="10800000">
            <a:off x="357186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>
            <a:hlinkHover r:id="rId3" action="ppaction://hlinksldjump"/>
          </p:cNvPr>
          <p:cNvSpPr/>
          <p:nvPr/>
        </p:nvSpPr>
        <p:spPr>
          <a:xfrm rot="10800000">
            <a:off x="392905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Hover r:id="rId3" action="ppaction://hlinksldjump"/>
          </p:cNvPr>
          <p:cNvSpPr/>
          <p:nvPr/>
        </p:nvSpPr>
        <p:spPr>
          <a:xfrm>
            <a:off x="5072066" y="4429132"/>
            <a:ext cx="214314" cy="500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3" action="ppaction://hlinksldjump"/>
          </p:cNvPr>
          <p:cNvSpPr/>
          <p:nvPr/>
        </p:nvSpPr>
        <p:spPr>
          <a:xfrm>
            <a:off x="5286380" y="4929198"/>
            <a:ext cx="214314" cy="5715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Багетная рамка 22">
            <a:hlinkClick r:id="" action="ppaction://hlinkshowjump?jump=nextslide">
              <a:snd r:embed="rId5" name="default_locked.wav"/>
            </a:hlinkClick>
            <a:hlinkHover r:id="" action="ppaction://noaction">
              <a:snd r:embed="rId6" name="cbot_alert1.wav"/>
            </a:hlinkHover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24" name="Багетная рамка 23"/>
          <p:cNvSpPr/>
          <p:nvPr/>
        </p:nvSpPr>
        <p:spPr>
          <a:xfrm>
            <a:off x="500034" y="1857364"/>
            <a:ext cx="285752" cy="642942"/>
          </a:xfrm>
          <a:prstGeom prst="beve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V</a:t>
            </a:r>
            <a:endParaRPr lang="ru-RU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>
    <p:sndAc>
      <p:stSnd>
        <p:snd r:embed="rId2" name="spark1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3.33333E-6 L -7.5E-6 -0.08403 " pathEditMode="relative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 rev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D839-8C25-46FA-B60D-29988F259B3F}" type="datetime9">
              <a:rPr lang="ru-RU" smtClean="0"/>
              <a:pPr/>
              <a:t>16.05.2023 20:55:39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/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</a:p>
        </p:txBody>
      </p:sp>
      <p:sp>
        <p:nvSpPr>
          <p:cNvPr id="5" name="Багетная рамка 4">
            <a:hlinkHover r:id="rId3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3" action="ppaction://hlinksldjump"/>
          </p:cNvPr>
          <p:cNvSpPr/>
          <p:nvPr/>
        </p:nvSpPr>
        <p:spPr>
          <a:xfrm>
            <a:off x="500034" y="1214422"/>
            <a:ext cx="6500858" cy="564357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Click r:id="rId3" action="ppaction://hlinksldjump"/>
          </p:cNvPr>
          <p:cNvSpPr/>
          <p:nvPr/>
        </p:nvSpPr>
        <p:spPr>
          <a:xfrm>
            <a:off x="2000232" y="0"/>
            <a:ext cx="7143768" cy="121442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" name="Багетная рамка 7"/>
          <p:cNvSpPr/>
          <p:nvPr/>
        </p:nvSpPr>
        <p:spPr>
          <a:xfrm>
            <a:off x="7000892" y="1214422"/>
            <a:ext cx="2143108" cy="428628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4" name="default_locked.wav"/>
            </a:hlinkClick>
            <a:hlinkHover r:id="" action="ppaction://noaction">
              <a:snd r:embed="rId5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ADE-3C55-4F18-B1F4-6C0FA1B43603}" type="datetime9">
              <a:rPr lang="ru-RU" smtClean="0"/>
              <a:pPr/>
              <a:t>16.05.2023 20:55:40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" action="ppaction://noaction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>
            <a:hlinkHover r:id="rId5" action="ppaction://hlinksldjump"/>
          </p:cNvPr>
          <p:cNvSpPr/>
          <p:nvPr/>
        </p:nvSpPr>
        <p:spPr>
          <a:xfrm>
            <a:off x="0" y="5500702"/>
            <a:ext cx="7000892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5" action="ppaction://hlinksldjump"/>
          </p:cNvPr>
          <p:cNvSpPr/>
          <p:nvPr/>
        </p:nvSpPr>
        <p:spPr>
          <a:xfrm>
            <a:off x="7858148" y="0"/>
            <a:ext cx="1285852" cy="550070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5" action="ppaction://hlinksldjump"/>
          </p:cNvPr>
          <p:cNvSpPr/>
          <p:nvPr/>
        </p:nvSpPr>
        <p:spPr>
          <a:xfrm>
            <a:off x="0" y="0"/>
            <a:ext cx="7858148" cy="64291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5" action="ppaction://hlinksldjump"/>
          </p:cNvPr>
          <p:cNvSpPr/>
          <p:nvPr/>
        </p:nvSpPr>
        <p:spPr>
          <a:xfrm>
            <a:off x="4857752" y="1357298"/>
            <a:ext cx="2143140" cy="41434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rId5" action="ppaction://hlinksldjump"/>
          </p:cNvPr>
          <p:cNvSpPr/>
          <p:nvPr/>
        </p:nvSpPr>
        <p:spPr>
          <a:xfrm>
            <a:off x="0" y="642918"/>
            <a:ext cx="1000100" cy="48577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rId5" action="ppaction://hlinksldjump"/>
          </p:cNvPr>
          <p:cNvSpPr/>
          <p:nvPr/>
        </p:nvSpPr>
        <p:spPr>
          <a:xfrm>
            <a:off x="1928794" y="1357298"/>
            <a:ext cx="2928958" cy="5715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5" action="ppaction://hlinksldjump"/>
          </p:cNvPr>
          <p:cNvSpPr/>
          <p:nvPr/>
        </p:nvSpPr>
        <p:spPr>
          <a:xfrm>
            <a:off x="1928794" y="1928802"/>
            <a:ext cx="857256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5" action="ppaction://hlinksldjump"/>
          </p:cNvPr>
          <p:cNvSpPr/>
          <p:nvPr/>
        </p:nvSpPr>
        <p:spPr>
          <a:xfrm>
            <a:off x="1928794" y="3214686"/>
            <a:ext cx="1214446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5" action="ppaction://hlinksldjump"/>
          </p:cNvPr>
          <p:cNvSpPr/>
          <p:nvPr/>
        </p:nvSpPr>
        <p:spPr>
          <a:xfrm>
            <a:off x="3500430" y="3214686"/>
            <a:ext cx="1357322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агетная рамка 14">
            <a:hlinkHover r:id="rId5" action="ppaction://hlinksldjump"/>
          </p:cNvPr>
          <p:cNvSpPr/>
          <p:nvPr/>
        </p:nvSpPr>
        <p:spPr>
          <a:xfrm>
            <a:off x="4286248" y="1928802"/>
            <a:ext cx="571504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Багетная рамка 16"/>
          <p:cNvSpPr/>
          <p:nvPr/>
        </p:nvSpPr>
        <p:spPr>
          <a:xfrm>
            <a:off x="5643570" y="642918"/>
            <a:ext cx="785818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агетная рамка 17"/>
          <p:cNvSpPr/>
          <p:nvPr/>
        </p:nvSpPr>
        <p:spPr>
          <a:xfrm>
            <a:off x="1000100" y="135729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агетная рамка 18"/>
          <p:cNvSpPr/>
          <p:nvPr/>
        </p:nvSpPr>
        <p:spPr>
          <a:xfrm>
            <a:off x="2071670" y="4143380"/>
            <a:ext cx="714380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агетная рамка 19"/>
          <p:cNvSpPr/>
          <p:nvPr/>
        </p:nvSpPr>
        <p:spPr>
          <a:xfrm>
            <a:off x="7643834" y="385762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Куб 20">
            <a:hlinkHover r:id="rId5" action="ppaction://hlinksldjump"/>
          </p:cNvPr>
          <p:cNvSpPr/>
          <p:nvPr/>
        </p:nvSpPr>
        <p:spPr>
          <a:xfrm>
            <a:off x="3357554" y="2500306"/>
            <a:ext cx="642942" cy="571504"/>
          </a:xfrm>
          <a:prstGeom prst="cub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radio_active.png">
            <a:hlinkHover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40" y="2000240"/>
            <a:ext cx="1013893" cy="838327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6" name="Управляющая кнопка: настраиваемая 25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4500570"/>
            <a:ext cx="857256" cy="10001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Управляющая кнопка: настраиваемая 26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3857628"/>
            <a:ext cx="642942" cy="64294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Управляющая кнопка: настраиваемая 27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642918"/>
            <a:ext cx="857256" cy="321471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Управляющая кнопка: настраиваемая 28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6429388" y="642918"/>
            <a:ext cx="571504" cy="7143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настраиваемая 29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5643570" y="857232"/>
            <a:ext cx="785818" cy="500066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страиваемая 30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642918"/>
            <a:ext cx="4643470" cy="7143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Управляющая кнопка: настраиваемая 31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214414" y="1357298"/>
            <a:ext cx="714380" cy="64294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Управляющая кнопка: настраиваемая 32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2000240"/>
            <a:ext cx="928694" cy="21431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Управляющая кнопка: настраиваемая 33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4143380"/>
            <a:ext cx="1071570" cy="135732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Управляющая кнопка: настраиваемая 34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071670" y="4357694"/>
            <a:ext cx="714380" cy="1143008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настраиваемая 35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786050" y="4143380"/>
            <a:ext cx="1643074" cy="135732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Управляющая кнопка: настраиваемая 36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3143240" y="3214686"/>
            <a:ext cx="357190" cy="92869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Управляющая кнопка: настраиваемая 37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786050" y="1928802"/>
            <a:ext cx="1500198" cy="128588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Багетная рамка 38">
            <a:hlinkClick r:id="rId7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 advClick="0" advTm="3000">
    <p:sndAc>
      <p:stSnd>
        <p:snd r:embed="rId2" name="music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9023C-CB4C-434F-86C0-D7EB0D7AC0E4}" type="datetime9">
              <a:rPr lang="ru-RU" smtClean="0"/>
              <a:pPr/>
              <a:t>16.05.2023 20:55:41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" action="ppaction://hlinkshowjump?jump=nextslide">
              <a:snd r:embed="rId2" name="default_locked.wav"/>
            </a:hlinkClick>
            <a:hlinkHover r:id="" action="ppaction://noaction">
              <a:snd r:embed="rId3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>
            <a:hlinkHover r:id="rId4" action="ppaction://hlinksldjump"/>
          </p:cNvPr>
          <p:cNvSpPr/>
          <p:nvPr/>
        </p:nvSpPr>
        <p:spPr>
          <a:xfrm>
            <a:off x="0" y="5500702"/>
            <a:ext cx="7000892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4" action="ppaction://hlinksldjump"/>
          </p:cNvPr>
          <p:cNvSpPr/>
          <p:nvPr/>
        </p:nvSpPr>
        <p:spPr>
          <a:xfrm>
            <a:off x="7858148" y="0"/>
            <a:ext cx="1285852" cy="550070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4" action="ppaction://hlinksldjump"/>
          </p:cNvPr>
          <p:cNvSpPr/>
          <p:nvPr/>
        </p:nvSpPr>
        <p:spPr>
          <a:xfrm>
            <a:off x="0" y="0"/>
            <a:ext cx="7858148" cy="64291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4" action="ppaction://hlinksldjump"/>
          </p:cNvPr>
          <p:cNvSpPr/>
          <p:nvPr/>
        </p:nvSpPr>
        <p:spPr>
          <a:xfrm>
            <a:off x="4857752" y="1357298"/>
            <a:ext cx="2143140" cy="41434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rId4" action="ppaction://hlinksldjump"/>
          </p:cNvPr>
          <p:cNvSpPr/>
          <p:nvPr/>
        </p:nvSpPr>
        <p:spPr>
          <a:xfrm>
            <a:off x="0" y="642918"/>
            <a:ext cx="1000100" cy="48577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rId4" action="ppaction://hlinksldjump"/>
          </p:cNvPr>
          <p:cNvSpPr/>
          <p:nvPr/>
        </p:nvSpPr>
        <p:spPr>
          <a:xfrm>
            <a:off x="1928794" y="1357298"/>
            <a:ext cx="2928958" cy="5715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4" action="ppaction://hlinksldjump"/>
          </p:cNvPr>
          <p:cNvSpPr/>
          <p:nvPr/>
        </p:nvSpPr>
        <p:spPr>
          <a:xfrm>
            <a:off x="1928794" y="1928802"/>
            <a:ext cx="857256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4" action="ppaction://hlinksldjump"/>
          </p:cNvPr>
          <p:cNvSpPr/>
          <p:nvPr/>
        </p:nvSpPr>
        <p:spPr>
          <a:xfrm>
            <a:off x="1928794" y="3214686"/>
            <a:ext cx="1214446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4" action="ppaction://hlinksldjump"/>
          </p:cNvPr>
          <p:cNvSpPr/>
          <p:nvPr/>
        </p:nvSpPr>
        <p:spPr>
          <a:xfrm>
            <a:off x="3500430" y="3214686"/>
            <a:ext cx="1357322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агетная рамка 14">
            <a:hlinkHover r:id="rId4" action="ppaction://hlinksldjump"/>
          </p:cNvPr>
          <p:cNvSpPr/>
          <p:nvPr/>
        </p:nvSpPr>
        <p:spPr>
          <a:xfrm>
            <a:off x="4286248" y="1928802"/>
            <a:ext cx="571504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Багетная рамка 15">
            <a:hlinkClick r:id="rId5" action="ppaction://hlinksldjump">
              <a:snd r:embed="rId2" name="default_locked.wav"/>
            </a:hlinkClick>
            <a:hlinkHover r:id="" action="ppaction://hlinkshowjump?jump=previousslide">
              <a:snd r:embed="rId3" name="cbot_alert1.wav"/>
            </a:hlinkHover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7" name="Багетная рамка 16"/>
          <p:cNvSpPr/>
          <p:nvPr/>
        </p:nvSpPr>
        <p:spPr>
          <a:xfrm>
            <a:off x="5643570" y="642918"/>
            <a:ext cx="785818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агетная рамка 17"/>
          <p:cNvSpPr/>
          <p:nvPr/>
        </p:nvSpPr>
        <p:spPr>
          <a:xfrm>
            <a:off x="1000100" y="135729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агетная рамка 18"/>
          <p:cNvSpPr/>
          <p:nvPr/>
        </p:nvSpPr>
        <p:spPr>
          <a:xfrm>
            <a:off x="2071670" y="4143380"/>
            <a:ext cx="714380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агетная рамка 19"/>
          <p:cNvSpPr/>
          <p:nvPr/>
        </p:nvSpPr>
        <p:spPr>
          <a:xfrm>
            <a:off x="7643834" y="385762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Куб 20">
            <a:hlinkHover r:id="rId4" action="ppaction://hlinksldjump"/>
          </p:cNvPr>
          <p:cNvSpPr/>
          <p:nvPr/>
        </p:nvSpPr>
        <p:spPr>
          <a:xfrm>
            <a:off x="3357554" y="2500306"/>
            <a:ext cx="642942" cy="571504"/>
          </a:xfrm>
          <a:prstGeom prst="cub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radio_active.png">
            <a:hlinkHover r:id="rId4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40" y="2000240"/>
            <a:ext cx="1013892" cy="838327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  <p:transition advClick="0" advTm="4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Багетная рамка 21">
            <a:hlinkClick r:id="rId2" action="ppaction://hlinksldjump"/>
            <a:hlinkHover r:id="rId2" action="ppaction://hlinksldjump"/>
          </p:cNvPr>
          <p:cNvSpPr/>
          <p:nvPr/>
        </p:nvSpPr>
        <p:spPr>
          <a:xfrm>
            <a:off x="0" y="0"/>
            <a:ext cx="9144000" cy="707233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Left click to continue!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C07D8-0F1A-4BDC-8849-4D79B934AA44}" type="datetime9">
              <a:rPr lang="ru-RU" smtClean="0"/>
              <a:pPr/>
              <a:t>16.05.2023 20:55:44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396FC-2184-4BAF-B000-4939FA33F581}" type="datetime9">
              <a:rPr lang="ru-RU" smtClean="0"/>
              <a:pPr/>
              <a:t>16.05.2023 20:55:50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rId5" action="ppaction://hlinksldjump"/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1" name="Прямоугольник 10">
            <a:hlinkHover r:id="" action="ppaction://hlinkshowjump?jump=nextslide"/>
          </p:cNvPr>
          <p:cNvSpPr/>
          <p:nvPr/>
        </p:nvSpPr>
        <p:spPr>
          <a:xfrm>
            <a:off x="4143372" y="2071678"/>
            <a:ext cx="928694" cy="214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3D4F-D51C-4855-A3AE-15A487C5EB27}" type="datetime9">
              <a:rPr lang="ru-RU" smtClean="0"/>
              <a:pPr/>
              <a:t>16.05.2023 20:55:50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Дата 1"/>
          <p:cNvSpPr txBox="1">
            <a:spLocks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32299B-6337-4819-AAF8-753C5CC81ABF}" type="datetime9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16.05.2023 20:55:50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Нижний колонтитул 2"/>
          <p:cNvSpPr txBox="1">
            <a:spLocks/>
          </p:cNvSpPr>
          <p:nvPr/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Experimental Beta (1.0)</a:t>
            </a: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Багетная рамка 5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7" name="Багетная рамка 6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Click r:id="rId5" action="ppaction://hlinksldjump"/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143372" y="2071678"/>
            <a:ext cx="928694" cy="214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sadface_surprise.png">
            <a:hlinkHover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810" y="1571612"/>
            <a:ext cx="785818" cy="571504"/>
          </a:xfrm>
          <a:prstGeom prst="rect">
            <a:avLst/>
          </a:prstGeom>
        </p:spPr>
      </p:pic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E989-D4F2-47F1-A0E6-D436E060B34D}" type="datetime9">
              <a:rPr lang="ru-RU" smtClean="0"/>
              <a:pPr/>
              <a:t>16.05.2023 20:55:52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rId5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6A4CE-E64F-4CC9-8AEA-B1207FB5640F}" type="datetime9">
              <a:rPr lang="ru-RU" smtClean="0"/>
              <a:pPr/>
              <a:t>16.05.2023 20:55:57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4" name="Рисунок 3" descr="sadface_jumpsc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96296E-6 C -0.00313 2.96296E-6 0.01597 -0.00625 0.01319 -0.00672 C 0.01042 -0.00718 -0.01806 -0.00301 -0.01667 -0.00232 C -0.01528 -0.00162 0.0224 -0.00232 0.02153 -0.00232 C 0.02066 -0.00232 -0.02344 -0.00162 -0.0217 -0.00232 C -0.01997 -0.00301 0.0283 -0.00718 0.0316 -0.00672 C 0.0349 -0.00625 0.00312 2.96296E-6 5.55556E-7 2.96296E-6 Z " pathEditMode="relative" ptsTypes="aaaaa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_alert2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70C1-289F-4A99-852F-38248978B1E8}" type="datetime9">
              <a:rPr lang="ru-RU" smtClean="0"/>
              <a:pPr/>
              <a:t>16.05.2023 18:48:24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9409-7624-44BC-BC93-A953C0DC053D}" type="datetime9">
              <a:rPr lang="ru-RU" smtClean="0"/>
              <a:pPr/>
              <a:t>16.05.2023 18:48:24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285852" y="928670"/>
            <a:ext cx="726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you looking at? It’s just unused slide, we’ll scrap it later on update.</a:t>
            </a:r>
            <a:endParaRPr lang="ru-RU" dirty="0"/>
          </a:p>
        </p:txBody>
      </p:sp>
      <p:pic>
        <p:nvPicPr>
          <p:cNvPr id="5" name="find_me_right_now.WAV">
            <a:hlinkClick r:id="" action="ppaction://media"/>
          </p:cNvPr>
          <p:cNvPicPr>
            <a:picLocks noRot="1" noChangeAspect="1"/>
          </p:cNvPicPr>
          <p:nvPr>
            <a:wavAudioFile r:embed="rId1" name="find_me_right_now.WAV"/>
          </p:nvPr>
        </p:nvPicPr>
        <p:blipFill>
          <a:blip r:embed="rId4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ity_skypass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E264-8D5D-40DE-8A7E-AA38FA9A8A4D}" type="datetime9">
              <a:rPr lang="ru-RU" smtClean="0"/>
              <a:pPr/>
              <a:t>16.05.2023 18:48:24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4" name="Рисунок 3" descr="sadface_jumpsc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96296E-6 C -0.00313 2.96296E-6 0.01597 -0.00625 0.01319 -0.00672 C 0.01042 -0.00718 -0.01806 -0.00301 -0.01667 -0.00232 C -0.01528 -0.00162 0.0224 -0.00232 0.02153 -0.00232 C 0.02066 -0.00232 -0.02344 -0.00162 -0.0217 -0.00232 C -0.01997 -0.00301 0.0283 -0.00718 0.0316 -0.00672 C 0.0349 -0.00625 0.00312 2.96296E-6 5.55556E-7 2.96296E-6 Z " pathEditMode="relative" ptsTypes="aaaaa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_alert2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6F87-60A9-4002-884F-ACECE715545E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56322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630D-6F43-4C30-9E5A-33A65FE9000B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57346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BB21A-2C5D-4F25-862B-3B66F94B5035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58370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B3398-D860-41A1-A413-A68C96EBB560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59394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337E5-780A-4253-8AC3-94B31C6358E7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0418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D1ADA-D7A8-4E47-A9D3-F87738E76074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1442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2E9B-8FA0-498E-9DBF-FB8C9EC0E684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2466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F5328-CBAC-4DDD-B05D-E62C7659FC72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3490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7B78-4C7B-4B13-8823-E04409B09063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4514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D002D-2433-4AAF-9D08-F9FB3D524CBF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5538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2F8AB-8C88-4825-B71F-8B1FAEEDCE0A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6562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3BF8-0C5D-4D31-852B-198851C0EA1D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7586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B817-C52C-406A-9D75-0BE1C5CA495B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8610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3F9-0778-4358-85D2-BDC55C95A68E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69634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001A-5EB0-4F44-9D34-D4A24D0FF37C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70658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05B4-46BB-40FA-BD0C-772B049397B9}" type="datetime9">
              <a:rPr lang="ru-RU" smtClean="0"/>
              <a:pPr/>
              <a:t>16.05.2023 18:48:25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2285992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Segoe Print" pitchFamily="2" charset="0"/>
              </a:rPr>
              <a:t>GET TROLLED XD</a:t>
            </a:r>
            <a:endParaRPr lang="ru-RU" sz="9600" dirty="0">
              <a:latin typeface="Segoe Print" pitchFamily="2" charset="0"/>
            </a:endParaRPr>
          </a:p>
        </p:txBody>
      </p:sp>
      <p:pic>
        <p:nvPicPr>
          <p:cNvPr id="9" name="cafe.wav">
            <a:hlinkClick r:id="" action="ppaction://media"/>
          </p:cNvPr>
          <p:cNvPicPr>
            <a:picLocks noRot="1" noChangeAspect="1"/>
          </p:cNvPicPr>
          <p:nvPr>
            <a:wavAudioFile r:embed="rId2" name="cafe.wav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graphicFrame>
        <p:nvGraphicFramePr>
          <p:cNvPr id="10" name="Объект 9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500958" y="0"/>
          <a:ext cx="1643042" cy="1358533"/>
        </p:xfrm>
        <a:graphic>
          <a:graphicData uri="http://schemas.openxmlformats.org/presentationml/2006/ole">
            <p:oleObj spid="_x0000_s71682" name="Точечный рисунок" r:id="rId5" imgW="2200582" imgH="1819529" progId="PBrush">
              <p:embed/>
            </p:oleObj>
          </a:graphicData>
        </a:graphic>
      </p:graphicFrame>
    </p:spTree>
  </p:cSld>
  <p:clrMapOvr>
    <a:masterClrMapping/>
  </p:clrMapOvr>
  <p:transition spd="slow" advClick="0" advTm="102600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11E2D-DE36-4518-A933-A7A513B901CC}" type="datetime9">
              <a:rPr lang="ru-RU" smtClean="0"/>
              <a:pPr/>
              <a:t>16.05.2023 18:48:28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0" y="228599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Thank you.</a:t>
            </a:r>
            <a:endParaRPr lang="ru-RU" sz="1200" b="1" dirty="0">
              <a:solidFill>
                <a:schemeClr val="bg1"/>
              </a:solidFill>
            </a:endParaRPr>
          </a:p>
        </p:txBody>
      </p:sp>
      <p:pic>
        <p:nvPicPr>
          <p:cNvPr id="7" name="HL2_song10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4214810" y="-85728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2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1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3070-35D1-4A95-BE2A-ADDA75E7DCE2}" type="datetime9">
              <a:rPr lang="ru-RU" smtClean="0"/>
              <a:pPr/>
              <a:t>16.05.2023 18:48:28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C062-0508-4C66-AE1E-56EE045FACC8}" type="datetime9">
              <a:rPr lang="ru-RU" smtClean="0"/>
              <a:pPr/>
              <a:t>16.05.2023 18:48:28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4" name="Рисунок 3" descr="sadface_surpr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3240" y="5288340"/>
            <a:ext cx="27590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/>
              <a:t>STOP</a:t>
            </a:r>
            <a:endParaRPr lang="ru-RU" sz="9600" dirty="0"/>
          </a:p>
        </p:txBody>
      </p:sp>
    </p:spTree>
  </p:cSld>
  <p:clrMapOvr>
    <a:masterClrMapping/>
  </p:clrMapOvr>
  <p:transition advTm="1000">
    <p:sndAc>
      <p:stSnd>
        <p:snd r:embed="rId2" name="sci_pain3.wav"/>
      </p:stSnd>
    </p:sndAc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BDC1-FB48-4337-B1AE-6987B0734E00}" type="datetime9">
              <a:rPr lang="ru-RU" smtClean="0"/>
              <a:pPr/>
              <a:t>16.05.2023 18:48:28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4B4A-8CBF-45EB-83D3-0AB03FAA6CE0}" type="datetime9">
              <a:rPr lang="ru-RU" smtClean="0"/>
              <a:pPr/>
              <a:t>16.05.2023 20:55:59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1026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Прямоугольник 4">
            <a:hlinkClick r:id="rId5" action="ppaction://hlinksldjump"/>
          </p:cNvPr>
          <p:cNvSpPr/>
          <p:nvPr/>
        </p:nvSpPr>
        <p:spPr>
          <a:xfrm>
            <a:off x="8572528" y="0"/>
            <a:ext cx="571472" cy="500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 advTm="10000">
    <p:sndAc>
      <p:stSnd>
        <p:snd r:embed="rId3" name="Theme1.wav"/>
      </p:stSnd>
    </p:sndAc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94954-4968-4B3C-9321-6823829DC6BC}" type="datetime9">
              <a:rPr lang="ru-RU" smtClean="0"/>
              <a:pPr/>
              <a:t>16.05.2023 20:55:59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2050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It’s not the end, yet.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01D0D-1139-460A-AAC6-94200DCED123}" type="datetime9">
              <a:rPr lang="ru-RU" smtClean="0"/>
              <a:pPr/>
              <a:t>16.05.2023 20:56:09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4098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You have to go further... And further…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6BDF5-0614-4C0B-9A17-230D7FE4EA37}" type="datetime9">
              <a:rPr lang="ru-RU" smtClean="0"/>
              <a:pPr/>
              <a:t>16.05.2023 20:56:12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35842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C822-8051-4CC7-BCB0-8FF8D05219FA}" type="datetime9">
              <a:rPr lang="ru-RU" smtClean="0"/>
              <a:pPr/>
              <a:t>16.05.2023 20:56:15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36866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Let’s do this again…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EBF4-7594-4AD8-B23E-12D8AFCC77E9}" type="datetime9">
              <a:rPr lang="ru-RU" smtClean="0"/>
              <a:pPr/>
              <a:t>16.05.2023 20:56:18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Плюс 4"/>
          <p:cNvSpPr/>
          <p:nvPr/>
        </p:nvSpPr>
        <p:spPr>
          <a:xfrm>
            <a:off x="5643570" y="3357562"/>
            <a:ext cx="914400" cy="914400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Минус 5">
            <a:hlinkHover r:id="" action="ppaction://hlinkshowjump?jump=nextslide"/>
          </p:cNvPr>
          <p:cNvSpPr/>
          <p:nvPr/>
        </p:nvSpPr>
        <p:spPr>
          <a:xfrm>
            <a:off x="2571736" y="3357562"/>
            <a:ext cx="914400" cy="914400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50843-241D-4888-A388-D5F03391D7CD}" type="datetime9">
              <a:rPr lang="ru-RU" smtClean="0"/>
              <a:pPr/>
              <a:t>16.05.2023 20:56:21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Плюс 4">
            <a:hlinkClick r:id="rId3" action="ppaction://hlinksldjump">
              <a:snd r:embed="rId4" name="default_locked.wav"/>
            </a:hlinkClick>
            <a:hlinkHover r:id="" action="ppaction://noaction">
              <a:snd r:embed="rId5" name="ambient1.wav"/>
            </a:hlinkHover>
          </p:cNvPr>
          <p:cNvSpPr/>
          <p:nvPr/>
        </p:nvSpPr>
        <p:spPr>
          <a:xfrm>
            <a:off x="5643570" y="3357562"/>
            <a:ext cx="914400" cy="914400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500298" y="3286124"/>
            <a:ext cx="107157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79</a:t>
            </a:r>
            <a:endParaRPr lang="ru-RU" sz="6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283A1-77B6-48B8-A481-FA492DCA7A4D}" type="datetime9">
              <a:rPr lang="ru-RU" smtClean="0"/>
              <a:pPr/>
              <a:t>16.05.2023 20:56:30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Минус 3">
            <a:hlinkClick r:id="rId2" action="ppaction://hlinksldjump"/>
          </p:cNvPr>
          <p:cNvSpPr/>
          <p:nvPr/>
        </p:nvSpPr>
        <p:spPr>
          <a:xfrm rot="20243749">
            <a:off x="6399242" y="406979"/>
            <a:ext cx="2486036" cy="1843094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множение 4"/>
          <p:cNvSpPr/>
          <p:nvPr/>
        </p:nvSpPr>
        <p:spPr>
          <a:xfrm>
            <a:off x="-2714676" y="3286124"/>
            <a:ext cx="7143800" cy="4214842"/>
          </a:xfrm>
          <a:prstGeom prst="mathMultiply">
            <a:avLst/>
          </a:prstGeom>
          <a:solidFill>
            <a:srgbClr val="E22A93"/>
          </a:solidFill>
          <a:ln>
            <a:solidFill>
              <a:srgbClr val="E22A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9DB0-6FFF-452F-91C4-1BE3402375A8}" type="datetime9">
              <a:rPr lang="ru-RU" smtClean="0"/>
              <a:pPr/>
              <a:t>16.05.2023 20:56:30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928926" y="2500306"/>
            <a:ext cx="3071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Incorrect!</a:t>
            </a:r>
            <a:endParaRPr lang="ru-RU" sz="4800" dirty="0"/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0C88-A72F-4C4F-8EF0-89816FB97914}" type="datetime9">
              <a:rPr lang="ru-RU" smtClean="0"/>
              <a:pPr/>
              <a:t>16.05.2023 20:56:31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6" name="Багетная рамка 15">
            <a:hlinkClick r:id="rId2" action="ppaction://hlinksldjump"/>
          </p:cNvPr>
          <p:cNvSpPr/>
          <p:nvPr/>
        </p:nvSpPr>
        <p:spPr>
          <a:xfrm>
            <a:off x="3214678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18" name="Багетная рамка 17">
            <a:hlinkClick r:id="rId2" action="ppaction://hlinksldjump"/>
          </p:cNvPr>
          <p:cNvSpPr/>
          <p:nvPr/>
        </p:nvSpPr>
        <p:spPr>
          <a:xfrm>
            <a:off x="4214810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19" name="Багетная рамка 18">
            <a:hlinkClick r:id="rId2" action="ppaction://hlinksldjump"/>
          </p:cNvPr>
          <p:cNvSpPr/>
          <p:nvPr/>
        </p:nvSpPr>
        <p:spPr>
          <a:xfrm>
            <a:off x="5214942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20" name="Багетная рамка 19">
            <a:hlinkClick r:id="rId2" action="ppaction://hlinksldjump"/>
          </p:cNvPr>
          <p:cNvSpPr/>
          <p:nvPr/>
        </p:nvSpPr>
        <p:spPr>
          <a:xfrm>
            <a:off x="3214678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21" name="Багетная рамка 20">
            <a:hlinkClick r:id="rId2" action="ppaction://hlinksldjump"/>
          </p:cNvPr>
          <p:cNvSpPr/>
          <p:nvPr/>
        </p:nvSpPr>
        <p:spPr>
          <a:xfrm>
            <a:off x="4214810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22" name="Багетная рамка 21">
            <a:hlinkClick r:id="rId2" action="ppaction://hlinksldjump"/>
          </p:cNvPr>
          <p:cNvSpPr/>
          <p:nvPr/>
        </p:nvSpPr>
        <p:spPr>
          <a:xfrm>
            <a:off x="5214942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3214678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24" name="Багетная рамка 23">
            <a:hlinkClick r:id="rId2" action="ppaction://hlinksldjump"/>
          </p:cNvPr>
          <p:cNvSpPr/>
          <p:nvPr/>
        </p:nvSpPr>
        <p:spPr>
          <a:xfrm>
            <a:off x="4214810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5" name="Багетная рамка 24">
            <a:hlinkClick r:id="rId2" action="ppaction://hlinksldjump"/>
          </p:cNvPr>
          <p:cNvSpPr/>
          <p:nvPr/>
        </p:nvSpPr>
        <p:spPr>
          <a:xfrm>
            <a:off x="5214942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ru-RU" dirty="0"/>
          </a:p>
        </p:txBody>
      </p:sp>
      <p:sp>
        <p:nvSpPr>
          <p:cNvPr id="26" name="Багетная рамка 25">
            <a:hlinkClick r:id="rId2" action="ppaction://hlinksldjump"/>
          </p:cNvPr>
          <p:cNvSpPr/>
          <p:nvPr/>
        </p:nvSpPr>
        <p:spPr>
          <a:xfrm>
            <a:off x="4214810" y="4214818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CEF71-86B6-4620-8691-0CAD202ED98C}" type="datetime9">
              <a:rPr lang="ru-RU" smtClean="0"/>
              <a:pPr/>
              <a:t>16.05.2023 20:56:31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5" name="Багетная рамка 14">
            <a:hlinkClick r:id="rId2" action="ppaction://hlinksldjump"/>
          </p:cNvPr>
          <p:cNvSpPr/>
          <p:nvPr/>
        </p:nvSpPr>
        <p:spPr>
          <a:xfrm>
            <a:off x="3214678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16" name="Багетная рамка 15">
            <a:hlinkClick r:id="rId2" action="ppaction://hlinksldjump"/>
          </p:cNvPr>
          <p:cNvSpPr/>
          <p:nvPr/>
        </p:nvSpPr>
        <p:spPr>
          <a:xfrm>
            <a:off x="4214810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17" name="Багетная рамка 16">
            <a:hlinkClick r:id="rId2" action="ppaction://hlinksldjump"/>
          </p:cNvPr>
          <p:cNvSpPr/>
          <p:nvPr/>
        </p:nvSpPr>
        <p:spPr>
          <a:xfrm>
            <a:off x="5214942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18" name="Багетная рамка 17">
            <a:hlinkClick r:id="rId2" action="ppaction://hlinksldjump"/>
          </p:cNvPr>
          <p:cNvSpPr/>
          <p:nvPr/>
        </p:nvSpPr>
        <p:spPr>
          <a:xfrm>
            <a:off x="3214678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9" name="Багетная рамка 18">
            <a:hlinkClick r:id="rId2" action="ppaction://hlinksldjump"/>
          </p:cNvPr>
          <p:cNvSpPr/>
          <p:nvPr/>
        </p:nvSpPr>
        <p:spPr>
          <a:xfrm>
            <a:off x="4214810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20" name="Багетная рамка 19">
            <a:hlinkClick r:id="rId2" action="ppaction://hlinksldjump"/>
          </p:cNvPr>
          <p:cNvSpPr/>
          <p:nvPr/>
        </p:nvSpPr>
        <p:spPr>
          <a:xfrm>
            <a:off x="5214942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21" name="Багетная рамка 20">
            <a:hlinkClick r:id="rId2" action="ppaction://hlinksldjump"/>
          </p:cNvPr>
          <p:cNvSpPr/>
          <p:nvPr/>
        </p:nvSpPr>
        <p:spPr>
          <a:xfrm>
            <a:off x="3214678" y="3214686"/>
            <a:ext cx="1042416" cy="1042416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22" name="Багетная рамка 21">
            <a:hlinkClick r:id="rId2" action="ppaction://hlinksldjump"/>
          </p:cNvPr>
          <p:cNvSpPr/>
          <p:nvPr/>
        </p:nvSpPr>
        <p:spPr>
          <a:xfrm>
            <a:off x="4214810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5214942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ru-RU" dirty="0"/>
          </a:p>
        </p:txBody>
      </p:sp>
      <p:sp>
        <p:nvSpPr>
          <p:cNvPr id="24" name="Багетная рамка 23">
            <a:hlinkClick r:id="rId2" action="ppaction://hlinksldjump"/>
          </p:cNvPr>
          <p:cNvSpPr/>
          <p:nvPr/>
        </p:nvSpPr>
        <p:spPr>
          <a:xfrm>
            <a:off x="4214810" y="4214818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43DA-3653-4011-8EDB-C8893747806E}" type="datetime9">
              <a:rPr lang="ru-RU" smtClean="0"/>
              <a:pPr/>
              <a:t>16.05.2023 20:56:32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4B3A-72FB-44D9-85F5-ACE2273BDC1A}" type="datetime9">
              <a:rPr lang="ru-RU" smtClean="0"/>
              <a:pPr/>
              <a:t>16.05.2023 20:54:58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642045" y="0"/>
            <a:ext cx="5501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/>
              <a:t>CREDITS AND INFO</a:t>
            </a:r>
            <a:endParaRPr lang="ru-RU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00010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$&gt;Made by: Ivan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35729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$&gt;PowerPoint version: OG unmodified 2007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7144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$&gt;OS Version: Windows 7 86x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07167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$&gt;Started development: 4/15/2023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42886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$&gt;VBA available?: No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78605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$&gt;Release date: [REDACTED]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314324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$&gt;Is experimental?: Yes</a:t>
            </a:r>
            <a:endParaRPr lang="ru-RU" dirty="0"/>
          </a:p>
        </p:txBody>
      </p:sp>
      <p:sp>
        <p:nvSpPr>
          <p:cNvPr id="14" name="Прямоугольник 13">
            <a:hlinkClick r:id="rId2" action="ppaction://hlinksldjump"/>
          </p:cNvPr>
          <p:cNvSpPr/>
          <p:nvPr/>
        </p:nvSpPr>
        <p:spPr>
          <a:xfrm>
            <a:off x="0" y="0"/>
            <a:ext cx="214282" cy="285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назад 14">
            <a:hlinkClick r:id="" action="ppaction://hlinkshowjump?jump=firstslide" highlightClick="1">
              <a:snd r:embed="rId3" name="buttonclick.wav"/>
            </a:hlinkClick>
            <a:hlinkHover r:id="" action="ppaction://noaction">
              <a:snd r:embed="rId4" name="buttonrollover.wav"/>
            </a:hlinkHover>
          </p:cNvPr>
          <p:cNvSpPr/>
          <p:nvPr/>
        </p:nvSpPr>
        <p:spPr>
          <a:xfrm>
            <a:off x="0" y="5072074"/>
            <a:ext cx="1357290" cy="71438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0" y="350043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$&gt;Sound original source: </a:t>
            </a:r>
            <a:r>
              <a:rPr lang="en-US" dirty="0" err="1" smtClean="0"/>
              <a:t>VALVe</a:t>
            </a:r>
            <a:r>
              <a:rPr lang="en-US" dirty="0" smtClean="0"/>
              <a:t> Corporations (Half-Life 2 Source Code Leak)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B48D0-22F7-452B-9A5D-BB8600BECFF2}" type="datetime9">
              <a:rPr lang="ru-RU" smtClean="0"/>
              <a:pPr/>
              <a:t>16.05.2023 20:54:59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0" y="228599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Thank you.</a:t>
            </a:r>
            <a:endParaRPr lang="ru-RU" sz="1200" b="1" dirty="0">
              <a:solidFill>
                <a:schemeClr val="bg1"/>
              </a:solidFill>
            </a:endParaRPr>
          </a:p>
        </p:txBody>
      </p:sp>
      <p:pic>
        <p:nvPicPr>
          <p:cNvPr id="7" name="HL2_song10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4214810" y="-85728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2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1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3C174-44EB-4028-AA4B-082EE46EA1D2}" type="datetime9">
              <a:rPr lang="ru-RU" smtClean="0"/>
              <a:pPr/>
              <a:t>16.05.2023 20:56:35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Tm="6000">
    <p:sndAc>
      <p:stSnd>
        <p:snd r:embed="rId2" name="apc_firstgear_loop1.wav"/>
      </p:stSnd>
    </p:sndAc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63120-987D-4E6A-9126-9FC8277C05B0}" type="datetime9">
              <a:rPr lang="ru-RU" smtClean="0"/>
              <a:pPr/>
              <a:t>16.05.2023 20:57:10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9" name="HL2_Song14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0" y="-714404"/>
            <a:ext cx="304800" cy="304800"/>
          </a:xfrm>
          <a:prstGeom prst="rect">
            <a:avLst/>
          </a:prstGeom>
        </p:spPr>
      </p:pic>
      <p:sp>
        <p:nvSpPr>
          <p:cNvPr id="19" name="Полилиния 18">
            <a:hlinkHover r:id="" action="ppaction://hlinkshowjump?jump=endshow">
              <a:snd r:embed="rId4" name="Hit2.wav"/>
            </a:hlinkHover>
          </p:cNvPr>
          <p:cNvSpPr/>
          <p:nvPr/>
        </p:nvSpPr>
        <p:spPr>
          <a:xfrm>
            <a:off x="-3786246" y="4429132"/>
            <a:ext cx="18843172" cy="816427"/>
          </a:xfrm>
          <a:custGeom>
            <a:avLst/>
            <a:gdLst>
              <a:gd name="connsiteX0" fmla="*/ 0 w 18843172"/>
              <a:gd name="connsiteY0" fmla="*/ 604156 h 816427"/>
              <a:gd name="connsiteX1" fmla="*/ 1175657 w 18843172"/>
              <a:gd name="connsiteY1" fmla="*/ 146956 h 816427"/>
              <a:gd name="connsiteX2" fmla="*/ 2351314 w 18843172"/>
              <a:gd name="connsiteY2" fmla="*/ 604156 h 816427"/>
              <a:gd name="connsiteX3" fmla="*/ 4310743 w 18843172"/>
              <a:gd name="connsiteY3" fmla="*/ 146956 h 816427"/>
              <a:gd name="connsiteX4" fmla="*/ 5747657 w 18843172"/>
              <a:gd name="connsiteY4" fmla="*/ 702128 h 816427"/>
              <a:gd name="connsiteX5" fmla="*/ 7543800 w 18843172"/>
              <a:gd name="connsiteY5" fmla="*/ 146956 h 816427"/>
              <a:gd name="connsiteX6" fmla="*/ 9307286 w 18843172"/>
              <a:gd name="connsiteY6" fmla="*/ 800099 h 816427"/>
              <a:gd name="connsiteX7" fmla="*/ 10613572 w 18843172"/>
              <a:gd name="connsiteY7" fmla="*/ 48985 h 816427"/>
              <a:gd name="connsiteX8" fmla="*/ 12605657 w 18843172"/>
              <a:gd name="connsiteY8" fmla="*/ 800099 h 816427"/>
              <a:gd name="connsiteX9" fmla="*/ 14532429 w 18843172"/>
              <a:gd name="connsiteY9" fmla="*/ 16328 h 816427"/>
              <a:gd name="connsiteX10" fmla="*/ 16622486 w 18843172"/>
              <a:gd name="connsiteY10" fmla="*/ 702128 h 816427"/>
              <a:gd name="connsiteX11" fmla="*/ 18843172 w 18843172"/>
              <a:gd name="connsiteY11" fmla="*/ 48985 h 81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843172" h="816427">
                <a:moveTo>
                  <a:pt x="0" y="604156"/>
                </a:moveTo>
                <a:cubicBezTo>
                  <a:pt x="391885" y="375556"/>
                  <a:pt x="783771" y="146956"/>
                  <a:pt x="1175657" y="146956"/>
                </a:cubicBezTo>
                <a:cubicBezTo>
                  <a:pt x="1567543" y="146956"/>
                  <a:pt x="1828800" y="604156"/>
                  <a:pt x="2351314" y="604156"/>
                </a:cubicBezTo>
                <a:cubicBezTo>
                  <a:pt x="2873828" y="604156"/>
                  <a:pt x="3744686" y="130627"/>
                  <a:pt x="4310743" y="146956"/>
                </a:cubicBezTo>
                <a:cubicBezTo>
                  <a:pt x="4876800" y="163285"/>
                  <a:pt x="5208814" y="702128"/>
                  <a:pt x="5747657" y="702128"/>
                </a:cubicBezTo>
                <a:cubicBezTo>
                  <a:pt x="6286500" y="702128"/>
                  <a:pt x="6950529" y="130628"/>
                  <a:pt x="7543800" y="146956"/>
                </a:cubicBezTo>
                <a:cubicBezTo>
                  <a:pt x="8137071" y="163284"/>
                  <a:pt x="8795657" y="816427"/>
                  <a:pt x="9307286" y="800099"/>
                </a:cubicBezTo>
                <a:cubicBezTo>
                  <a:pt x="9818915" y="783771"/>
                  <a:pt x="10063844" y="48985"/>
                  <a:pt x="10613572" y="48985"/>
                </a:cubicBezTo>
                <a:cubicBezTo>
                  <a:pt x="11163300" y="48985"/>
                  <a:pt x="11952514" y="805542"/>
                  <a:pt x="12605657" y="800099"/>
                </a:cubicBezTo>
                <a:cubicBezTo>
                  <a:pt x="13258800" y="794656"/>
                  <a:pt x="13862958" y="32656"/>
                  <a:pt x="14532429" y="16328"/>
                </a:cubicBezTo>
                <a:cubicBezTo>
                  <a:pt x="15201900" y="0"/>
                  <a:pt x="15904029" y="696685"/>
                  <a:pt x="16622486" y="702128"/>
                </a:cubicBezTo>
                <a:cubicBezTo>
                  <a:pt x="17340943" y="707571"/>
                  <a:pt x="18315215" y="108857"/>
                  <a:pt x="18843172" y="4898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hlinkHover r:id="" action="ppaction://hlinkshowjump?jump=endshow">
              <a:snd r:embed="rId5" name="pl_fallpain3.wav"/>
            </a:hlinkHover>
          </p:cNvPr>
          <p:cNvSpPr/>
          <p:nvPr/>
        </p:nvSpPr>
        <p:spPr>
          <a:xfrm rot="1183977">
            <a:off x="11037507" y="2912290"/>
            <a:ext cx="1928826" cy="4357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Click r:id="rId6" action="ppaction://hlinksldjump"/>
            <a:hlinkHover r:id="" action="ppaction://hlinkshowjump?jump=endshow">
              <a:snd r:embed="rId5" name="pl_fallpain3.wav"/>
            </a:hlinkHover>
          </p:cNvPr>
          <p:cNvSpPr/>
          <p:nvPr/>
        </p:nvSpPr>
        <p:spPr>
          <a:xfrm>
            <a:off x="11858676" y="2643182"/>
            <a:ext cx="2286016" cy="4214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" action="ppaction://hlinkshowjump?jump=endshow">
              <a:snd r:embed="rId7" name="attach.wav"/>
            </a:hlinkHover>
          </p:cNvPr>
          <p:cNvSpPr/>
          <p:nvPr/>
        </p:nvSpPr>
        <p:spPr>
          <a:xfrm>
            <a:off x="10215602" y="-714404"/>
            <a:ext cx="500066" cy="3000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32-конечная звезда 28">
            <a:hlinkHover r:id="" action="ppaction://hlinkshowjump?jump=endshow">
              <a:snd r:embed="rId8" name="mh_blade_snick2.wav"/>
            </a:hlinkHover>
          </p:cNvPr>
          <p:cNvSpPr/>
          <p:nvPr/>
        </p:nvSpPr>
        <p:spPr>
          <a:xfrm>
            <a:off x="9144000" y="3286124"/>
            <a:ext cx="2857520" cy="3000396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786050" y="285728"/>
            <a:ext cx="28272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You are entering:</a:t>
            </a:r>
          </a:p>
          <a:p>
            <a:pPr algn="ctr"/>
            <a:r>
              <a:rPr lang="en-US" sz="3200" dirty="0" err="1" smtClean="0"/>
              <a:t>Dangerland</a:t>
            </a:r>
            <a:endParaRPr lang="ru-RU" sz="3200" dirty="0"/>
          </a:p>
        </p:txBody>
      </p:sp>
      <p:sp>
        <p:nvSpPr>
          <p:cNvPr id="11" name="Умножение 10"/>
          <p:cNvSpPr/>
          <p:nvPr/>
        </p:nvSpPr>
        <p:spPr>
          <a:xfrm>
            <a:off x="4071934" y="3071810"/>
            <a:ext cx="1000132" cy="92869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 advTm="24000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5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2.22045E-16 3.33333E-6 L -1.66163 -0.0113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1" y="-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4.16667E-6 1.11111E-6 L -1.61441 1.11111E-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4.44444E-6 -3.33333E-6 L -1.37673 -0.01365 " pathEditMode="relative" rAng="0" ptsTypes="AA">
                                      <p:cBhvr>
                                        <p:cTn id="22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8" y="-7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fill="hold" grpId="1" nodeType="withEffect">
                                  <p:stCondLst>
                                    <p:cond delay="15000"/>
                                  </p:stCondLst>
                                  <p:childTnLst>
                                    <p:animMotion origin="layout" path="M 0 0 L -1.15694 -0.00949 L -1.16059 -0.69537 L -0.15 -0.68565 L -0.15 0.03333 L -1.16059 -0.00486 L -1.16771 -0.68565 L -0.66788 -0.68565 L -0.66076 0.79051 " pathEditMode="relative" ptsTypes="AAAAAAAAA">
                                      <p:cBhvr>
                                        <p:cTn id="24" dur="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2">
                <p:cTn id="28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9" grpId="0" animBg="1"/>
      <p:bldP spid="29" grpId="1" animBg="1"/>
      <p:bldP spid="10" grpId="0"/>
      <p:bldP spid="10" grpId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D9417-FDB2-4BE2-998E-D2B6528AF63F}" type="datetime9">
              <a:rPr lang="ru-RU" smtClean="0"/>
              <a:pPr/>
              <a:t>16.05.2023 20:57:51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Умножение 3"/>
          <p:cNvSpPr/>
          <p:nvPr/>
        </p:nvSpPr>
        <p:spPr>
          <a:xfrm>
            <a:off x="4071934" y="3071810"/>
            <a:ext cx="1000132" cy="928694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агетная рамка 4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2428860" y="1714488"/>
            <a:ext cx="1714512" cy="300039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                                          </a:t>
            </a:r>
            <a:endParaRPr lang="ru-RU" dirty="0"/>
          </a:p>
        </p:txBody>
      </p:sp>
      <p:sp>
        <p:nvSpPr>
          <p:cNvPr id="7" name="Багетная рамка 6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0" y="0"/>
            <a:ext cx="507206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0" y="1000108"/>
            <a:ext cx="1714480" cy="5857892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1714480" y="5429264"/>
            <a:ext cx="3357586" cy="142873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" action="ppaction://hlinkshowjump?jump=endshow">
              <a:snd r:embed="rId3" name="Generator1LP.wav"/>
            </a:hlinkHover>
          </p:cNvPr>
          <p:cNvSpPr/>
          <p:nvPr/>
        </p:nvSpPr>
        <p:spPr>
          <a:xfrm>
            <a:off x="4143372" y="4214818"/>
            <a:ext cx="928694" cy="50006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4" action="ppaction://hlinksldjump">
              <a:snd r:embed="rId5" name="gate_stop1.wav"/>
            </a:hlinkHover>
          </p:cNvPr>
          <p:cNvSpPr/>
          <p:nvPr/>
        </p:nvSpPr>
        <p:spPr>
          <a:xfrm>
            <a:off x="4429124" y="4714884"/>
            <a:ext cx="642942" cy="714380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hlinkClick r:id="" action="ppaction://hlinkshowjump?jump=nextslide"/>
          </p:cNvPr>
          <p:cNvSpPr/>
          <p:nvPr/>
        </p:nvSpPr>
        <p:spPr>
          <a:xfrm>
            <a:off x="1714480" y="3357562"/>
            <a:ext cx="714380" cy="2857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sadface_jumpscare.png">
            <a:hlinkHover r:id="" action="ppaction://hlinkshowjump?jump=endshow">
              <a:snd r:embed="rId6" name="hoot6.wav"/>
            </a:hlinkHover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7501014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2361 -0.51273 L -0.03941 1.5937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" y="1053"/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_alert2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C842-61F0-4D70-9F2D-5C8690135A85}" type="datetime9">
              <a:rPr lang="ru-RU" smtClean="0"/>
              <a:pPr/>
              <a:t>16.05.2023 20:58:00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16"/>
        </p:xfrm>
        <a:graphic>
          <a:graphicData uri="http://schemas.openxmlformats.org/presentationml/2006/ole">
            <p:oleObj spid="_x0000_s109569" name="Точечный рисунок" r:id="rId6" imgW="1800476" imgH="1800476" progId="Paint.Picture">
              <p:embed/>
            </p:oleObj>
          </a:graphicData>
        </a:graphic>
      </p:graphicFrame>
      <p:pic>
        <p:nvPicPr>
          <p:cNvPr id="6" name="door_hit1.wav">
            <a:hlinkClick r:id="" action="ppaction://media"/>
          </p:cNvPr>
          <p:cNvPicPr>
            <a:picLocks noRot="1" noChangeAspect="1"/>
          </p:cNvPicPr>
          <p:nvPr>
            <a:wavAudioFile r:embed="rId2" name="door_hit1.wav"/>
          </p:nvPr>
        </p:nvPicPr>
        <p:blipFill>
          <a:blip r:embed="rId7"/>
          <a:stretch>
            <a:fillRect/>
          </a:stretch>
        </p:blipFill>
        <p:spPr>
          <a:xfrm>
            <a:off x="0" y="-304800"/>
            <a:ext cx="304800" cy="304800"/>
          </a:xfrm>
          <a:prstGeom prst="rect">
            <a:avLst/>
          </a:prstGeom>
        </p:spPr>
      </p:pic>
      <p:pic>
        <p:nvPicPr>
          <p:cNvPr id="7" name="go_alert1.wav">
            <a:hlinkClick r:id="" action="ppaction://media"/>
          </p:cNvPr>
          <p:cNvPicPr>
            <a:picLocks noRot="1" noChangeAspect="1"/>
          </p:cNvPicPr>
          <p:nvPr>
            <a:wavAudioFile r:embed="rId3" name="go_alert1.wav"/>
          </p:nvPr>
        </p:nvPicPr>
        <p:blipFill>
          <a:blip r:embed="rId8"/>
          <a:stretch>
            <a:fillRect/>
          </a:stretch>
        </p:blipFill>
        <p:spPr>
          <a:xfrm>
            <a:off x="0" y="-785842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gate_stop1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91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7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35000"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BC5C-D680-4698-94F2-371B80CC8331}" type="datetime9">
              <a:rPr lang="ru-RU" smtClean="0"/>
              <a:pPr/>
              <a:t>16.05.2023 20:58:05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sp>
        <p:nvSpPr>
          <p:cNvPr id="4" name="32-конечная звезда 3"/>
          <p:cNvSpPr/>
          <p:nvPr/>
        </p:nvSpPr>
        <p:spPr>
          <a:xfrm>
            <a:off x="5857884" y="1643050"/>
            <a:ext cx="2714612" cy="2714644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285852" y="2000240"/>
            <a:ext cx="458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 feel like, somebody’s using developer mode..!</a:t>
            </a:r>
            <a:endParaRPr lang="ru-RU" dirty="0"/>
          </a:p>
        </p:txBody>
      </p:sp>
    </p:spTree>
  </p:cSld>
  <p:clrMapOvr>
    <a:masterClrMapping/>
  </p:clrMapOvr>
  <p:transition advTm="4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0" presetClass="path" presetSubtype="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156 -0.13334 L 0 0 Z " pathEditMode="relative" ptsTypes="AAA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h_blade_snick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5DF2C-D43F-4682-8164-842B8479B103}" type="datetime9">
              <a:rPr lang="ru-RU" smtClean="0"/>
              <a:pPr/>
              <a:t>16.05.2023 19:03:26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428596" y="1000108"/>
          <a:ext cx="3414244" cy="3000396"/>
        </p:xfrm>
        <a:graphic>
          <a:graphicData uri="http://schemas.openxmlformats.org/presentationml/2006/ole">
            <p:oleObj spid="_x0000_s37891" name="Точечный рисунок" r:id="rId4" imgW="2200582" imgH="1933333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43240" y="2000240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Same thing..!</a:t>
            </a:r>
            <a:endParaRPr lang="ru-RU" dirty="0"/>
          </a:p>
        </p:txBody>
      </p:sp>
    </p:spTree>
  </p:cSld>
  <p:clrMapOvr>
    <a:masterClrMapping/>
  </p:clrMapOvr>
  <p:transition advTm="1500">
    <p:sndAc>
      <p:stSnd>
        <p:snd r:embed="rId3" name="cbot_alert1.wav"/>
      </p:stSnd>
    </p:sndAc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93FC-D099-4516-8B2C-AAEACFAE4076}" type="datetime9">
              <a:rPr lang="ru-RU" smtClean="0"/>
              <a:pPr/>
              <a:t>16.05.2023 19:03:28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6143636" y="285728"/>
          <a:ext cx="2643206" cy="2643206"/>
        </p:xfrm>
        <a:graphic>
          <a:graphicData uri="http://schemas.openxmlformats.org/presentationml/2006/ole">
            <p:oleObj spid="_x0000_s55298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29058" y="1000108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Guess, who it is.</a:t>
            </a:r>
            <a:endParaRPr lang="ru-RU" dirty="0"/>
          </a:p>
        </p:txBody>
      </p:sp>
    </p:spTree>
  </p:cSld>
  <p:clrMapOvr>
    <a:masterClrMapping/>
  </p:clrMapOvr>
  <p:transition advTm="1500">
    <p:sndAc>
      <p:stSnd>
        <p:snd r:embed="rId3" name="attack6.wav"/>
      </p:stSnd>
    </p:sndAc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AC87-A9AB-4E22-B0EF-7C4EFFE1EC72}" type="datetime9">
              <a:rPr lang="ru-RU" smtClean="0"/>
              <a:pPr/>
              <a:t>16.05.2023 19:03:30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3786182" y="2214554"/>
          <a:ext cx="1800225" cy="1800225"/>
        </p:xfrm>
        <a:graphic>
          <a:graphicData uri="http://schemas.openxmlformats.org/presentationml/2006/ole">
            <p:oleObj spid="_x0000_s72706" name="Точечный рисунок" r:id="rId3" imgW="1800476" imgH="1800476" progId="PBrush">
              <p:embed/>
            </p:oleObj>
          </a:graphicData>
        </a:graphic>
      </p:graphicFrame>
      <p:pic>
        <p:nvPicPr>
          <p:cNvPr id="6" name="Рисунок 5" descr="sadface_surpr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80" y="2357430"/>
            <a:ext cx="2200582" cy="1819529"/>
          </a:xfrm>
          <a:prstGeom prst="rect">
            <a:avLst/>
          </a:prstGeom>
        </p:spPr>
      </p:pic>
      <p:sp>
        <p:nvSpPr>
          <p:cNvPr id="7" name="32-конечная звезда 6"/>
          <p:cNvSpPr/>
          <p:nvPr/>
        </p:nvSpPr>
        <p:spPr>
          <a:xfrm>
            <a:off x="1643042" y="2000240"/>
            <a:ext cx="2071702" cy="2071702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._.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0CCE-6B85-4E15-B97E-0C0CA5444419}" type="datetime9">
              <a:rPr lang="ru-RU" smtClean="0"/>
              <a:pPr/>
              <a:t>16.05.2023 19:03:31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(1.1)</a:t>
            </a:r>
            <a:endParaRPr lang="ru-RU"/>
          </a:p>
        </p:txBody>
      </p:sp>
      <p:pic>
        <p:nvPicPr>
          <p:cNvPr id="5" name="hoot6.wav">
            <a:hlinkClick r:id="" action="ppaction://media"/>
          </p:cNvPr>
          <p:cNvPicPr>
            <a:picLocks noRot="1" noChangeAspect="1"/>
          </p:cNvPicPr>
          <p:nvPr>
            <a:wavAudioFile r:embed="rId2" name="hoot6.wav"/>
          </p:nvPr>
        </p:nvPicPr>
        <p:blipFill>
          <a:blip r:embed="rId4"/>
          <a:stretch>
            <a:fillRect/>
          </a:stretch>
        </p:blipFill>
        <p:spPr>
          <a:xfrm>
            <a:off x="-304800" y="0"/>
            <a:ext cx="304800" cy="304800"/>
          </a:xfrm>
          <a:prstGeom prst="rect">
            <a:avLst/>
          </a:prstGeom>
        </p:spPr>
      </p:pic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p:oleObj spid="_x0000_s123907" name="Точечный рисунок" r:id="rId5" imgW="5144218" imgH="3657143" progId="PBrush">
              <p:embed/>
            </p:oleObj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</TotalTime>
  <Words>626</Words>
  <PresentationFormat>Экран (4:3)</PresentationFormat>
  <Paragraphs>225</Paragraphs>
  <Slides>59</Slides>
  <Notes>0</Notes>
  <HiddenSlides>0</HiddenSlides>
  <MMClips>26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59</vt:i4>
      </vt:variant>
    </vt:vector>
  </HeadingPairs>
  <TitlesOfParts>
    <vt:vector size="62" baseType="lpstr">
      <vt:lpstr>Тема Office</vt:lpstr>
      <vt:lpstr>Точечный рисунок</vt:lpstr>
      <vt:lpstr>Изображение Paintbrush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Гость</dc:creator>
  <cp:lastModifiedBy>Гость</cp:lastModifiedBy>
  <cp:revision>18</cp:revision>
  <dcterms:created xsi:type="dcterms:W3CDTF">2023-04-15T10:15:35Z</dcterms:created>
  <dcterms:modified xsi:type="dcterms:W3CDTF">2023-05-16T17:58:15Z</dcterms:modified>
</cp:coreProperties>
</file>