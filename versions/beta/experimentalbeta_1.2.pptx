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Default Extension="wav" ContentType="audio/wav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5"/>
  </p:notesMasterIdLst>
  <p:sldIdLst>
    <p:sldId id="256" r:id="rId2"/>
    <p:sldId id="258" r:id="rId3"/>
    <p:sldId id="262" r:id="rId4"/>
    <p:sldId id="259" r:id="rId5"/>
    <p:sldId id="272" r:id="rId6"/>
    <p:sldId id="260" r:id="rId7"/>
    <p:sldId id="261" r:id="rId8"/>
    <p:sldId id="263" r:id="rId9"/>
    <p:sldId id="264" r:id="rId10"/>
    <p:sldId id="266" r:id="rId11"/>
    <p:sldId id="267" r:id="rId12"/>
    <p:sldId id="270" r:id="rId13"/>
    <p:sldId id="268" r:id="rId14"/>
    <p:sldId id="293" r:id="rId15"/>
    <p:sldId id="324" r:id="rId16"/>
    <p:sldId id="306" r:id="rId17"/>
    <p:sldId id="273" r:id="rId18"/>
    <p:sldId id="29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7" r:id="rId31"/>
    <p:sldId id="288" r:id="rId32"/>
    <p:sldId id="289" r:id="rId33"/>
    <p:sldId id="295" r:id="rId34"/>
    <p:sldId id="290" r:id="rId35"/>
    <p:sldId id="296" r:id="rId36"/>
    <p:sldId id="299" r:id="rId37"/>
    <p:sldId id="325" r:id="rId38"/>
    <p:sldId id="326" r:id="rId39"/>
    <p:sldId id="300" r:id="rId40"/>
    <p:sldId id="301" r:id="rId41"/>
    <p:sldId id="302" r:id="rId42"/>
    <p:sldId id="322" r:id="rId43"/>
    <p:sldId id="323" r:id="rId4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  <p:clrMru>
    <a:srgbClr val="E22A93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19" autoAdjust="0"/>
    <p:restoredTop sz="96147" autoAdjust="0"/>
  </p:normalViewPr>
  <p:slideViewPr>
    <p:cSldViewPr>
      <p:cViewPr>
        <p:scale>
          <a:sx n="50" d="100"/>
          <a:sy n="50" d="100"/>
        </p:scale>
        <p:origin x="-1008" y="-5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114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png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png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png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E922F2-BEF3-4150-8113-8100739E4845}" type="datetimeFigureOut">
              <a:rPr lang="ru-RU" smtClean="0"/>
              <a:pPr/>
              <a:t>10.06.2023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DF8158-D494-4AB5-8085-61DF75FC009A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0BF4E-68F7-4991-ADF7-F197BB0CD8E5}" type="datetime9">
              <a:rPr lang="ru-RU" smtClean="0"/>
              <a:pPr/>
              <a:t>10.06.2023 12:06:35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75DD7-A960-425E-B0DD-9ED8FE9D8BCE}" type="datetime9">
              <a:rPr lang="ru-RU" smtClean="0"/>
              <a:pPr/>
              <a:t>10.06.2023 12:06:35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B38E-205D-4D82-A07D-52783DEF1D25}" type="datetime9">
              <a:rPr lang="ru-RU" smtClean="0"/>
              <a:pPr/>
              <a:t>10.06.2023 12:06:35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DEC70-E3B1-430A-AD05-482898F01F52}" type="datetime9">
              <a:rPr lang="ru-RU" smtClean="0"/>
              <a:pPr/>
              <a:t>10.06.2023 12:06:35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01063-2C8E-4DF8-8A22-CC7B21A9F521}" type="datetime9">
              <a:rPr lang="ru-RU" smtClean="0"/>
              <a:pPr/>
              <a:t>10.06.2023 12:06:35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C0011-7B5B-4B74-858D-067D75E95E99}" type="datetime9">
              <a:rPr lang="ru-RU" smtClean="0"/>
              <a:pPr/>
              <a:t>10.06.2023 12:06:35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4FA20-1866-4FF0-87D5-5782B208DBD5}" type="datetime9">
              <a:rPr lang="ru-RU" smtClean="0"/>
              <a:pPr/>
              <a:t>10.06.2023 12:06:35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7AA1F-E2C9-4BAC-9B0D-F6C1E04A5E66}" type="datetime9">
              <a:rPr lang="ru-RU" smtClean="0"/>
              <a:pPr/>
              <a:t>10.06.2023 12:06:35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F770B-DACD-4545-A95F-8C083BEDAAD9}" type="datetime9">
              <a:rPr lang="ru-RU" smtClean="0"/>
              <a:pPr/>
              <a:t>10.06.2023 12:06:35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2AACB-D99B-4F23-B754-6886C04A0004}" type="datetime9">
              <a:rPr lang="ru-RU" smtClean="0"/>
              <a:pPr/>
              <a:t>10.06.2023 12:06:35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C049B-5784-4EB4-A5DE-C7A1DA716962}" type="datetime9">
              <a:rPr lang="ru-RU" smtClean="0"/>
              <a:pPr/>
              <a:t>10.06.2023 12:06:35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8C89AC-CD10-4A0D-8538-7F11F65256A5}" type="datetime9">
              <a:rPr lang="ru-RU" smtClean="0"/>
              <a:pPr/>
              <a:t>10.06.2023 12:06:35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az-Latn-AZ" smtClean="0"/>
              <a:t>Experimental Beta (1.1)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/>
  <p:hf sldNum="0"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slide" Target="slide7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slide" Target="slide31.xml"/><Relationship Id="rId5" Type="http://schemas.openxmlformats.org/officeDocument/2006/relationships/audio" Target="../media/audio3.wav"/><Relationship Id="rId4" Type="http://schemas.openxmlformats.org/officeDocument/2006/relationships/audio" Target="../media/audio2.wav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" Target="slide4.xml"/><Relationship Id="rId7" Type="http://schemas.openxmlformats.org/officeDocument/2006/relationships/audio" Target="../media/audio3.wav"/><Relationship Id="rId2" Type="http://schemas.openxmlformats.org/officeDocument/2006/relationships/slideLayout" Target="../slideLayouts/slideLayout7.xml"/><Relationship Id="rId1" Type="http://schemas.openxmlformats.org/officeDocument/2006/relationships/audio" Target="file:///C:\Program%20Files\Steam\steamapps\common\Half-Life%202%20Beta%20E3%201999-2003\hl2\sound\music\HL2_song26.mp3" TargetMode="External"/><Relationship Id="rId6" Type="http://schemas.openxmlformats.org/officeDocument/2006/relationships/audio" Target="../media/audio2.wav"/><Relationship Id="rId5" Type="http://schemas.openxmlformats.org/officeDocument/2006/relationships/slide" Target="slide1.xml"/><Relationship Id="rId4" Type="http://schemas.openxmlformats.org/officeDocument/2006/relationships/audio" Target="../media/audio4.wav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7" Type="http://schemas.openxmlformats.org/officeDocument/2006/relationships/audio" Target="../media/audio3.wav"/><Relationship Id="rId2" Type="http://schemas.openxmlformats.org/officeDocument/2006/relationships/slide" Target="slide4.xml"/><Relationship Id="rId1" Type="http://schemas.openxmlformats.org/officeDocument/2006/relationships/slideLayout" Target="../slideLayouts/slideLayout7.xml"/><Relationship Id="rId6" Type="http://schemas.openxmlformats.org/officeDocument/2006/relationships/audio" Target="../media/audio2.wav"/><Relationship Id="rId5" Type="http://schemas.openxmlformats.org/officeDocument/2006/relationships/slide" Target="slide1.xml"/><Relationship Id="rId4" Type="http://schemas.openxmlformats.org/officeDocument/2006/relationships/audio" Target="../media/audio5.wav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audio" Target="../media/audio8.wav"/><Relationship Id="rId3" Type="http://schemas.openxmlformats.org/officeDocument/2006/relationships/slide" Target="slide17.xml"/><Relationship Id="rId7" Type="http://schemas.openxmlformats.org/officeDocument/2006/relationships/audio" Target="../media/audio7.wav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audio" Target="../media/audio5.wav"/><Relationship Id="rId5" Type="http://schemas.openxmlformats.org/officeDocument/2006/relationships/audio" Target="../media/audio6.wav"/><Relationship Id="rId4" Type="http://schemas.openxmlformats.org/officeDocument/2006/relationships/slide" Target="slid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7.wav"/><Relationship Id="rId1" Type="http://schemas.openxmlformats.org/officeDocument/2006/relationships/slideLayout" Target="../slideLayouts/slideLayout7.xml"/><Relationship Id="rId6" Type="http://schemas.openxmlformats.org/officeDocument/2006/relationships/audio" Target="../media/audio5.wav"/><Relationship Id="rId5" Type="http://schemas.openxmlformats.org/officeDocument/2006/relationships/audio" Target="../media/audio4.wav"/><Relationship Id="rId4" Type="http://schemas.openxmlformats.org/officeDocument/2006/relationships/audio" Target="../media/audio6.wav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17.xml"/><Relationship Id="rId1" Type="http://schemas.openxmlformats.org/officeDocument/2006/relationships/slideLayout" Target="../slideLayouts/slideLayout7.xml"/><Relationship Id="rId5" Type="http://schemas.openxmlformats.org/officeDocument/2006/relationships/audio" Target="../media/audio5.wav"/><Relationship Id="rId4" Type="http://schemas.openxmlformats.org/officeDocument/2006/relationships/audio" Target="../media/audio4.wav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7" Type="http://schemas.openxmlformats.org/officeDocument/2006/relationships/slide" Target="slide10.xml"/><Relationship Id="rId2" Type="http://schemas.openxmlformats.org/officeDocument/2006/relationships/audio" Target="../media/audio9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slide" Target="slide2.xml"/><Relationship Id="rId4" Type="http://schemas.openxmlformats.org/officeDocument/2006/relationships/audio" Target="../media/audio5.wav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audio5.wav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slide" Target="slide10.xml"/><Relationship Id="rId4" Type="http://schemas.openxmlformats.org/officeDocument/2006/relationships/slide" Target="slid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slide" Target="slide10.xml"/><Relationship Id="rId1" Type="http://schemas.openxmlformats.org/officeDocument/2006/relationships/slideLayout" Target="../slideLayouts/slideLayout7.xml"/><Relationship Id="rId5" Type="http://schemas.openxmlformats.org/officeDocument/2006/relationships/slide" Target="slide13.xml"/><Relationship Id="rId4" Type="http://schemas.openxmlformats.org/officeDocument/2006/relationships/audio" Target="../media/audio5.wav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slide" Target="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slide" Target="slide13.xml"/><Relationship Id="rId4" Type="http://schemas.openxmlformats.org/officeDocument/2006/relationships/audio" Target="../media/audio5.wav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slide" Target="slide10.xml"/><Relationship Id="rId1" Type="http://schemas.openxmlformats.org/officeDocument/2006/relationships/slideLayout" Target="../slideLayouts/slideLayout7.xml"/><Relationship Id="rId5" Type="http://schemas.openxmlformats.org/officeDocument/2006/relationships/slide" Target="slide19.xml"/><Relationship Id="rId4" Type="http://schemas.openxmlformats.org/officeDocument/2006/relationships/audio" Target="../media/audio5.wav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audio" Target="../media/audio6.wav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" Target="slide4.xml"/><Relationship Id="rId7" Type="http://schemas.openxmlformats.org/officeDocument/2006/relationships/audio" Target="../media/audio3.wav"/><Relationship Id="rId2" Type="http://schemas.openxmlformats.org/officeDocument/2006/relationships/slideLayout" Target="../slideLayouts/slideLayout7.xml"/><Relationship Id="rId1" Type="http://schemas.openxmlformats.org/officeDocument/2006/relationships/audio" Target="file:///C:\Program%20Files\Steam\steamapps\common\Half-Life%202%20Beta%20E3%201999-2003\hl2\sound\music\HL2_song26.mp3" TargetMode="External"/><Relationship Id="rId6" Type="http://schemas.openxmlformats.org/officeDocument/2006/relationships/audio" Target="../media/audio2.wav"/><Relationship Id="rId5" Type="http://schemas.openxmlformats.org/officeDocument/2006/relationships/slide" Target="slide1.xml"/><Relationship Id="rId4" Type="http://schemas.openxmlformats.org/officeDocument/2006/relationships/audio" Target="../media/audio4.wav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slide" Target="slide7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slide" Target="slide31.xml"/><Relationship Id="rId5" Type="http://schemas.openxmlformats.org/officeDocument/2006/relationships/audio" Target="../media/audio3.wav"/><Relationship Id="rId4" Type="http://schemas.openxmlformats.org/officeDocument/2006/relationships/audio" Target="../media/audio2.wav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slide" Target="slide7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slide" Target="slide31.xml"/><Relationship Id="rId5" Type="http://schemas.openxmlformats.org/officeDocument/2006/relationships/audio" Target="../media/audio3.wav"/><Relationship Id="rId4" Type="http://schemas.openxmlformats.org/officeDocument/2006/relationships/audio" Target="../media/audio2.wav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audio" Target="../media/audio10.wav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" Target="slide4.xml"/><Relationship Id="rId7" Type="http://schemas.openxmlformats.org/officeDocument/2006/relationships/audio" Target="../media/audio3.wav"/><Relationship Id="rId2" Type="http://schemas.openxmlformats.org/officeDocument/2006/relationships/slideLayout" Target="../slideLayouts/slideLayout7.xml"/><Relationship Id="rId1" Type="http://schemas.openxmlformats.org/officeDocument/2006/relationships/audio" Target="file:///C:\Program%20Files\Steam\steamapps\common\Half-Life%202%20Beta%20E3%201999-2003\hl2\sound\music\HL2_song26.mp3" TargetMode="External"/><Relationship Id="rId6" Type="http://schemas.openxmlformats.org/officeDocument/2006/relationships/audio" Target="../media/audio2.wav"/><Relationship Id="rId5" Type="http://schemas.openxmlformats.org/officeDocument/2006/relationships/slide" Target="slide1.xml"/><Relationship Id="rId4" Type="http://schemas.openxmlformats.org/officeDocument/2006/relationships/audio" Target="../media/audio4.wav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1.wav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slide" Target="slide26.xml"/><Relationship Id="rId4" Type="http://schemas.openxmlformats.org/officeDocument/2006/relationships/oleObject" Target="../embeddings/oleObject1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2.wav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oleObject" Target="../embeddings/oleObject2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2.wav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oleObject" Target="../embeddings/oleObject3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2.wav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4" Type="http://schemas.openxmlformats.org/officeDocument/2006/relationships/oleObject" Target="../embeddings/oleObject4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2.wav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4" Type="http://schemas.openxmlformats.org/officeDocument/2006/relationships/oleObject" Target="../embeddings/oleObject5.bin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audio" Target="../media/audio13.wav"/><Relationship Id="rId4" Type="http://schemas.openxmlformats.org/officeDocument/2006/relationships/audio" Target="../media/audio4.wav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" Target="slide28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29.xml"/><Relationship Id="rId2" Type="http://schemas.openxmlformats.org/officeDocument/2006/relationships/slide" Target="slide27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30.xml"/><Relationship Id="rId2" Type="http://schemas.openxmlformats.org/officeDocument/2006/relationships/slide" Target="slide27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33.xml"/><Relationship Id="rId7" Type="http://schemas.openxmlformats.org/officeDocument/2006/relationships/slide" Target="slide7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slide" Target="slide31.xml"/><Relationship Id="rId5" Type="http://schemas.openxmlformats.org/officeDocument/2006/relationships/audio" Target="../media/audio3.wav"/><Relationship Id="rId4" Type="http://schemas.openxmlformats.org/officeDocument/2006/relationships/audio" Target="../media/audio2.wav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" Target="slide26.xml"/><Relationship Id="rId1" Type="http://schemas.openxmlformats.org/officeDocument/2006/relationships/slideLayout" Target="../slideLayouts/slideLayout7.xml"/><Relationship Id="rId4" Type="http://schemas.openxmlformats.org/officeDocument/2006/relationships/audio" Target="../media/audio3.wav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7.xml"/><Relationship Id="rId1" Type="http://schemas.openxmlformats.org/officeDocument/2006/relationships/audio" Target="file:///C:\Program%20Files\Steam\steamapps\common\Half-Life%202%20Beta%20E3%201999-2003\hl2\sound\music\HL2_song10.mp3" TargetMode="External"/><Relationship Id="rId4" Type="http://schemas.openxmlformats.org/officeDocument/2006/relationships/image" Target="../media/image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audio" Target="../media/audio14.wav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audio" Target="../media/audio18.wav"/><Relationship Id="rId3" Type="http://schemas.openxmlformats.org/officeDocument/2006/relationships/image" Target="../media/image9.png"/><Relationship Id="rId7" Type="http://schemas.openxmlformats.org/officeDocument/2006/relationships/audio" Target="../media/audio17.wav"/><Relationship Id="rId2" Type="http://schemas.openxmlformats.org/officeDocument/2006/relationships/slideLayout" Target="../slideLayouts/slideLayout7.xml"/><Relationship Id="rId1" Type="http://schemas.openxmlformats.org/officeDocument/2006/relationships/audio" Target="file:///C:\Program%20Files\Steam\steamapps\common\Half-Life%202%20Beta%20E3%201999-2003\hl2\sound\music\HL2_Song14.mp3" TargetMode="External"/><Relationship Id="rId6" Type="http://schemas.openxmlformats.org/officeDocument/2006/relationships/slide" Target="slide39.xml"/><Relationship Id="rId5" Type="http://schemas.openxmlformats.org/officeDocument/2006/relationships/audio" Target="../media/audio16.wav"/><Relationship Id="rId4" Type="http://schemas.openxmlformats.org/officeDocument/2006/relationships/audio" Target="../media/audio15.wav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9.wav"/><Relationship Id="rId7" Type="http://schemas.openxmlformats.org/officeDocument/2006/relationships/image" Target="../media/image5.png"/><Relationship Id="rId2" Type="http://schemas.openxmlformats.org/officeDocument/2006/relationships/audio" Target="../media/audio6.wav"/><Relationship Id="rId1" Type="http://schemas.openxmlformats.org/officeDocument/2006/relationships/slideLayout" Target="../slideLayouts/slideLayout7.xml"/><Relationship Id="rId6" Type="http://schemas.openxmlformats.org/officeDocument/2006/relationships/audio" Target="../media/audio21.wav"/><Relationship Id="rId5" Type="http://schemas.openxmlformats.org/officeDocument/2006/relationships/audio" Target="../media/audio20.wav"/><Relationship Id="rId4" Type="http://schemas.openxmlformats.org/officeDocument/2006/relationships/slide" Target="slide36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audio" Target="../media/audio23.wav"/><Relationship Id="rId7" Type="http://schemas.openxmlformats.org/officeDocument/2006/relationships/image" Target="../media/image10.png"/><Relationship Id="rId2" Type="http://schemas.openxmlformats.org/officeDocument/2006/relationships/audio" Target="../media/audio22.wav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6.bin"/><Relationship Id="rId5" Type="http://schemas.openxmlformats.org/officeDocument/2006/relationships/audio" Target="../media/audio20.wav"/><Relationship Id="rId4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" Target="slide38.xml"/><Relationship Id="rId7" Type="http://schemas.openxmlformats.org/officeDocument/2006/relationships/slide" Target="slide7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slide" Target="slide31.xml"/><Relationship Id="rId5" Type="http://schemas.openxmlformats.org/officeDocument/2006/relationships/audio" Target="../media/audio3.wav"/><Relationship Id="rId4" Type="http://schemas.openxmlformats.org/officeDocument/2006/relationships/audio" Target="../media/audio2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8.wav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audio" Target="../media/audio5.wav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4" Type="http://schemas.openxmlformats.org/officeDocument/2006/relationships/oleObject" Target="../embeddings/oleObject7.bin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audio" Target="../media/audio24.wav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4" Type="http://schemas.openxmlformats.org/officeDocument/2006/relationships/oleObject" Target="../embeddings/oleObject8.bin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audio21.wav"/><Relationship Id="rId1" Type="http://schemas.openxmlformats.org/officeDocument/2006/relationships/vmlDrawing" Target="../drawings/vmlDrawing10.vml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14282" y="428604"/>
            <a:ext cx="647786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 smtClean="0"/>
              <a:t>An simple puzzle game..?</a:t>
            </a:r>
          </a:p>
        </p:txBody>
      </p:sp>
      <p:sp>
        <p:nvSpPr>
          <p:cNvPr id="8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CE4A8-CF26-4993-86D4-83751F26E2D3}" type="datetime9">
              <a:rPr lang="ru-RU" smtClean="0"/>
              <a:pPr/>
              <a:t>10.06.2023 12:06:53</a:t>
            </a:fld>
            <a:endParaRPr lang="ru-RU"/>
          </a:p>
        </p:txBody>
      </p:sp>
      <p:sp>
        <p:nvSpPr>
          <p:cNvPr id="9" name="Нижний колонтитул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sp>
        <p:nvSpPr>
          <p:cNvPr id="11" name="Управляющая кнопка: далее 10">
            <a:hlinkClick r:id="rId3" action="ppaction://hlinksldjump" highlightClick="1">
              <a:snd r:embed="rId4" name="buttonclick.wav"/>
            </a:hlinkClick>
            <a:hlinkHover r:id="" action="ppaction://noaction">
              <a:snd r:embed="rId5" name="buttonrollover.wav"/>
            </a:hlinkHover>
          </p:cNvPr>
          <p:cNvSpPr/>
          <p:nvPr/>
        </p:nvSpPr>
        <p:spPr>
          <a:xfrm>
            <a:off x="0" y="1428736"/>
            <a:ext cx="500034" cy="500066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Управляющая кнопка: сведения 11">
            <a:hlinkClick r:id="rId6" action="ppaction://hlinksldjump" highlightClick="1">
              <a:snd r:embed="rId4" name="buttonclick.wav"/>
            </a:hlinkClick>
            <a:hlinkHover r:id="" action="ppaction://noaction">
              <a:snd r:embed="rId5" name="buttonrollover.wav"/>
            </a:hlinkHover>
          </p:cNvPr>
          <p:cNvSpPr/>
          <p:nvPr/>
        </p:nvSpPr>
        <p:spPr>
          <a:xfrm>
            <a:off x="0" y="2071678"/>
            <a:ext cx="500034" cy="500066"/>
          </a:xfrm>
          <a:prstGeom prst="actionButtonInform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Управляющая кнопка: возврат 12">
            <a:hlinkClick r:id="" action="ppaction://hlinkshowjump?jump=endshow" highlightClick="1">
              <a:snd r:embed="rId4" name="buttonclick.wav"/>
            </a:hlinkClick>
            <a:hlinkHover r:id="" action="ppaction://noaction">
              <a:snd r:embed="rId5" name="buttonrollover.wav"/>
            </a:hlinkHover>
          </p:cNvPr>
          <p:cNvSpPr/>
          <p:nvPr/>
        </p:nvSpPr>
        <p:spPr>
          <a:xfrm>
            <a:off x="0" y="2714620"/>
            <a:ext cx="500034" cy="571504"/>
          </a:xfrm>
          <a:prstGeom prst="actionButtonRetur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571472" y="1500174"/>
            <a:ext cx="1500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Play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472" y="2143116"/>
            <a:ext cx="1500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Credits’N’Info</a:t>
            </a:r>
            <a:endParaRPr lang="ru-RU" dirty="0"/>
          </a:p>
        </p:txBody>
      </p:sp>
      <p:sp>
        <p:nvSpPr>
          <p:cNvPr id="17" name="TextBox 16"/>
          <p:cNvSpPr txBox="1"/>
          <p:nvPr/>
        </p:nvSpPr>
        <p:spPr>
          <a:xfrm>
            <a:off x="642910" y="2786058"/>
            <a:ext cx="1500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Quit</a:t>
            </a:r>
            <a:endParaRPr lang="ru-RU" dirty="0"/>
          </a:p>
        </p:txBody>
      </p:sp>
      <p:sp>
        <p:nvSpPr>
          <p:cNvPr id="15" name="Багетная рамка 14">
            <a:hlinkClick r:id="rId7" action="ppaction://hlinksldjump"/>
          </p:cNvPr>
          <p:cNvSpPr/>
          <p:nvPr/>
        </p:nvSpPr>
        <p:spPr>
          <a:xfrm>
            <a:off x="7000892" y="5500702"/>
            <a:ext cx="2143108" cy="1357298"/>
          </a:xfrm>
          <a:prstGeom prst="bevel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Bypass.</a:t>
            </a:r>
            <a:endParaRPr lang="ru-RU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garag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3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3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  <p:bldP spid="11" grpId="0" animBg="1"/>
      <p:bldP spid="12" grpId="0" animBg="1"/>
      <p:bldP spid="13" grpId="0" animBg="1"/>
      <p:bldP spid="14" grpId="0"/>
      <p:bldP spid="16" grpId="0"/>
      <p:bldP spid="1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730E4-6EF8-4BB6-8818-A228CFA0759D}" type="datetime9">
              <a:rPr lang="ru-RU" smtClean="0"/>
              <a:pPr/>
              <a:t>10.06.2023 12:06:36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sp>
        <p:nvSpPr>
          <p:cNvPr id="5" name="Багетная рамка 4">
            <a:hlinkClick r:id="rId3" action="ppaction://hlinksldjump">
              <a:snd r:embed="rId4" name="default_locked.wav"/>
            </a:hlinkClick>
          </p:cNvPr>
          <p:cNvSpPr/>
          <p:nvPr/>
        </p:nvSpPr>
        <p:spPr>
          <a:xfrm>
            <a:off x="500034" y="4429132"/>
            <a:ext cx="1500198" cy="1071570"/>
          </a:xfrm>
          <a:prstGeom prst="bevel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Start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0" y="313932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 smtClean="0"/>
              <a:t>Defeated.</a:t>
            </a:r>
            <a:endParaRPr lang="ru-RU" sz="9600" dirty="0"/>
          </a:p>
        </p:txBody>
      </p:sp>
      <p:sp>
        <p:nvSpPr>
          <p:cNvPr id="7" name="Управляющая кнопка: домой 6">
            <a:hlinkClick r:id="rId5" action="ppaction://hlinksldjump" highlightClick="1">
              <a:snd r:embed="rId6" name="buttonclick.wav"/>
            </a:hlinkClick>
            <a:hlinkHover r:id="" action="ppaction://noaction">
              <a:snd r:embed="rId7" name="buttonrollover.wav"/>
            </a:hlinkHover>
          </p:cNvPr>
          <p:cNvSpPr/>
          <p:nvPr/>
        </p:nvSpPr>
        <p:spPr>
          <a:xfrm>
            <a:off x="8501090" y="0"/>
            <a:ext cx="642910" cy="64294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HL2_song26.mp3">
            <a:hlinkClick r:id="" action="ppaction://media"/>
          </p:cNvPr>
          <p:cNvPicPr>
            <a:picLocks noRot="1" noChangeAspect="1"/>
          </p:cNvPicPr>
          <p:nvPr>
            <a:audioFile r:link="rId1"/>
          </p:nvPr>
        </p:nvPicPr>
        <p:blipFill>
          <a:blip r:embed="rId8"/>
          <a:stretch>
            <a:fillRect/>
          </a:stretch>
        </p:blipFill>
        <p:spPr>
          <a:xfrm flipV="1">
            <a:off x="0" y="0"/>
            <a:ext cx="357166" cy="357166"/>
          </a:xfrm>
          <a:prstGeom prst="rect">
            <a:avLst/>
          </a:prstGeom>
        </p:spPr>
      </p:pic>
    </p:spTree>
  </p:cSld>
  <p:clrMapOvr>
    <a:masterClrMapping/>
  </p:clrMapOvr>
  <p:transition spd="slow" advClick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0000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B00F7-BF4A-482B-9A78-FCDED39391F2}" type="datetime9">
              <a:rPr lang="ru-RU" smtClean="0"/>
              <a:pPr/>
              <a:t>10.06.2023 12:06:36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sp>
        <p:nvSpPr>
          <p:cNvPr id="5" name="Багетная рамка 4">
            <a:hlinkClick r:id="rId2" action="ppaction://hlinksldjump">
              <a:snd r:embed="rId3" name="default_locked.wav"/>
            </a:hlinkClick>
            <a:hlinkHover r:id="" action="ppaction://noaction">
              <a:snd r:embed="rId4" name="cbot_alert1.wav"/>
            </a:hlinkHover>
          </p:cNvPr>
          <p:cNvSpPr/>
          <p:nvPr/>
        </p:nvSpPr>
        <p:spPr>
          <a:xfrm>
            <a:off x="500034" y="4429132"/>
            <a:ext cx="1500198" cy="1071570"/>
          </a:xfrm>
          <a:prstGeom prst="bevel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Start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0" y="1857364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 smtClean="0"/>
              <a:t>Start</a:t>
            </a:r>
            <a:endParaRPr lang="ru-RU" sz="9600" dirty="0"/>
          </a:p>
        </p:txBody>
      </p:sp>
      <p:sp>
        <p:nvSpPr>
          <p:cNvPr id="7" name="Управляющая кнопка: домой 6">
            <a:hlinkClick r:id="rId5" action="ppaction://hlinksldjump" highlightClick="1">
              <a:snd r:embed="rId6" name="buttonclick.wav"/>
            </a:hlinkClick>
            <a:hlinkHover r:id="" action="ppaction://noaction">
              <a:snd r:embed="rId7" name="buttonrollover.wav"/>
            </a:hlinkHover>
          </p:cNvPr>
          <p:cNvSpPr/>
          <p:nvPr/>
        </p:nvSpPr>
        <p:spPr>
          <a:xfrm>
            <a:off x="8501090" y="0"/>
            <a:ext cx="642910" cy="64294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840A8-9CC4-466B-8C05-90A7B92A52E4}" type="datetime9">
              <a:rPr lang="ru-RU" smtClean="0"/>
              <a:pPr/>
              <a:t>10.06.2023 12:06:36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sp>
        <p:nvSpPr>
          <p:cNvPr id="4" name="Багетная рамка 3">
            <a:hlinkClick r:id="rId3" action="ppaction://hlinksldjump"/>
          </p:cNvPr>
          <p:cNvSpPr/>
          <p:nvPr/>
        </p:nvSpPr>
        <p:spPr>
          <a:xfrm>
            <a:off x="500034" y="4429132"/>
            <a:ext cx="1500198" cy="1071570"/>
          </a:xfrm>
          <a:prstGeom prst="bevel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Start</a:t>
            </a:r>
            <a:endParaRPr lang="ru-RU" dirty="0"/>
          </a:p>
        </p:txBody>
      </p:sp>
      <p:sp>
        <p:nvSpPr>
          <p:cNvPr id="6" name="Багетная рамка 5">
            <a:hlinkHover r:id="rId4" action="ppaction://hlinksldjump"/>
          </p:cNvPr>
          <p:cNvSpPr/>
          <p:nvPr/>
        </p:nvSpPr>
        <p:spPr>
          <a:xfrm>
            <a:off x="0" y="0"/>
            <a:ext cx="500034" cy="6858000"/>
          </a:xfrm>
          <a:prstGeom prst="bevel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Багетная рамка 6">
            <a:hlinkHover r:id="rId4" action="ppaction://hlinksldjump"/>
          </p:cNvPr>
          <p:cNvSpPr/>
          <p:nvPr/>
        </p:nvSpPr>
        <p:spPr>
          <a:xfrm>
            <a:off x="500034" y="3357562"/>
            <a:ext cx="5572164" cy="1071546"/>
          </a:xfrm>
          <a:prstGeom prst="bevel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Багетная рамка 7">
            <a:hlinkHover r:id="rId4" action="ppaction://hlinksldjump"/>
          </p:cNvPr>
          <p:cNvSpPr/>
          <p:nvPr/>
        </p:nvSpPr>
        <p:spPr>
          <a:xfrm>
            <a:off x="500034" y="5500702"/>
            <a:ext cx="8643966" cy="1357298"/>
          </a:xfrm>
          <a:prstGeom prst="bevel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Багетная рамка 8">
            <a:hlinkClick r:id="" action="ppaction://hlinkshowjump?jump=nextslide">
              <a:snd r:embed="rId5" name="go_alert2a.wav"/>
            </a:hlinkClick>
            <a:hlinkHover r:id="rId4" action="ppaction://hlinksldjump"/>
          </p:cNvPr>
          <p:cNvSpPr/>
          <p:nvPr/>
        </p:nvSpPr>
        <p:spPr>
          <a:xfrm>
            <a:off x="6715140" y="0"/>
            <a:ext cx="2428860" cy="5500678"/>
          </a:xfrm>
          <a:prstGeom prst="bevel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Багетная рамка 9">
            <a:hlinkClick r:id="rId4" action="ppaction://hlinksldjump"/>
          </p:cNvPr>
          <p:cNvSpPr/>
          <p:nvPr/>
        </p:nvSpPr>
        <p:spPr>
          <a:xfrm>
            <a:off x="500034" y="2357430"/>
            <a:ext cx="3714776" cy="1000108"/>
          </a:xfrm>
          <a:prstGeom prst="bevel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Багетная рамка 10"/>
          <p:cNvSpPr/>
          <p:nvPr/>
        </p:nvSpPr>
        <p:spPr>
          <a:xfrm>
            <a:off x="4357686" y="2500306"/>
            <a:ext cx="2357454" cy="714380"/>
          </a:xfrm>
          <a:prstGeom prst="bevel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Багетная рамка 11">
            <a:hlinkClick r:id="rId4" action="ppaction://hlinksldjump"/>
          </p:cNvPr>
          <p:cNvSpPr/>
          <p:nvPr/>
        </p:nvSpPr>
        <p:spPr>
          <a:xfrm>
            <a:off x="500034" y="1785926"/>
            <a:ext cx="6072230" cy="571480"/>
          </a:xfrm>
          <a:prstGeom prst="bevel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Багетная рамка 12">
            <a:hlinkHover r:id="rId4" action="ppaction://hlinksldjump"/>
          </p:cNvPr>
          <p:cNvSpPr/>
          <p:nvPr/>
        </p:nvSpPr>
        <p:spPr>
          <a:xfrm>
            <a:off x="500034" y="1214422"/>
            <a:ext cx="4714908" cy="571480"/>
          </a:xfrm>
          <a:prstGeom prst="bevel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Багетная рамка 13">
            <a:hlinkHover r:id="rId4" action="ppaction://hlinksldjump"/>
          </p:cNvPr>
          <p:cNvSpPr/>
          <p:nvPr/>
        </p:nvSpPr>
        <p:spPr>
          <a:xfrm>
            <a:off x="5286380" y="0"/>
            <a:ext cx="1428760" cy="1714464"/>
          </a:xfrm>
          <a:prstGeom prst="bevel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Равнобедренный треугольник 14">
            <a:hlinkHover r:id="rId4" action="ppaction://hlinksldjump"/>
          </p:cNvPr>
          <p:cNvSpPr/>
          <p:nvPr/>
        </p:nvSpPr>
        <p:spPr>
          <a:xfrm>
            <a:off x="3214678" y="5143512"/>
            <a:ext cx="357190" cy="357190"/>
          </a:xfrm>
          <a:prstGeom prst="triangl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Равнобедренный треугольник 15">
            <a:hlinkHover r:id="rId4" action="ppaction://hlinksldjump"/>
          </p:cNvPr>
          <p:cNvSpPr/>
          <p:nvPr/>
        </p:nvSpPr>
        <p:spPr>
          <a:xfrm>
            <a:off x="3571868" y="5143512"/>
            <a:ext cx="357190" cy="357190"/>
          </a:xfrm>
          <a:prstGeom prst="triangl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Равнобедренный треугольник 16">
            <a:hlinkHover r:id="rId4" action="ppaction://hlinksldjump"/>
          </p:cNvPr>
          <p:cNvSpPr/>
          <p:nvPr/>
        </p:nvSpPr>
        <p:spPr>
          <a:xfrm>
            <a:off x="3929058" y="5143512"/>
            <a:ext cx="357190" cy="357190"/>
          </a:xfrm>
          <a:prstGeom prst="triangl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Равнобедренный треугольник 17">
            <a:hlinkHover r:id="rId4" action="ppaction://hlinksldjump"/>
          </p:cNvPr>
          <p:cNvSpPr/>
          <p:nvPr/>
        </p:nvSpPr>
        <p:spPr>
          <a:xfrm rot="10800000">
            <a:off x="3214678" y="4429132"/>
            <a:ext cx="357190" cy="357190"/>
          </a:xfrm>
          <a:prstGeom prst="triangl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Равнобедренный треугольник 18">
            <a:hlinkHover r:id="rId4" action="ppaction://hlinksldjump"/>
          </p:cNvPr>
          <p:cNvSpPr/>
          <p:nvPr/>
        </p:nvSpPr>
        <p:spPr>
          <a:xfrm rot="10800000">
            <a:off x="3571868" y="4429132"/>
            <a:ext cx="357190" cy="357190"/>
          </a:xfrm>
          <a:prstGeom prst="triangl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Равнобедренный треугольник 19">
            <a:hlinkHover r:id="rId4" action="ppaction://hlinksldjump"/>
          </p:cNvPr>
          <p:cNvSpPr/>
          <p:nvPr/>
        </p:nvSpPr>
        <p:spPr>
          <a:xfrm rot="10800000">
            <a:off x="3929058" y="4429132"/>
            <a:ext cx="357190" cy="357190"/>
          </a:xfrm>
          <a:prstGeom prst="triangl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hlinkHover r:id="rId4" action="ppaction://hlinksldjump"/>
          </p:cNvPr>
          <p:cNvSpPr/>
          <p:nvPr/>
        </p:nvSpPr>
        <p:spPr>
          <a:xfrm>
            <a:off x="5072066" y="4429132"/>
            <a:ext cx="214314" cy="50006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>
            <a:hlinkHover r:id="rId4" action="ppaction://hlinksldjump"/>
          </p:cNvPr>
          <p:cNvSpPr/>
          <p:nvPr/>
        </p:nvSpPr>
        <p:spPr>
          <a:xfrm>
            <a:off x="5286380" y="4929198"/>
            <a:ext cx="214314" cy="57150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Багетная рамка 22">
            <a:hlinkClick r:id="rId3" action="ppaction://hlinksldjump">
              <a:snd r:embed="rId2" name="default_locked.wav"/>
            </a:hlinkClick>
            <a:hlinkHover r:id="" action="ppaction://noaction">
              <a:snd r:embed="rId6" name="cbot_alert1.wav"/>
            </a:hlinkHover>
          </p:cNvPr>
          <p:cNvSpPr/>
          <p:nvPr/>
        </p:nvSpPr>
        <p:spPr>
          <a:xfrm>
            <a:off x="500034" y="0"/>
            <a:ext cx="1500198" cy="1214422"/>
          </a:xfrm>
          <a:prstGeom prst="bevel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Finish</a:t>
            </a:r>
            <a:endParaRPr lang="ru-RU" dirty="0"/>
          </a:p>
        </p:txBody>
      </p:sp>
      <p:sp>
        <p:nvSpPr>
          <p:cNvPr id="25" name="Прямоугольник 24">
            <a:hlinkHover r:id="rId3" action="ppaction://hlinksldjump"/>
          </p:cNvPr>
          <p:cNvSpPr/>
          <p:nvPr/>
        </p:nvSpPr>
        <p:spPr>
          <a:xfrm>
            <a:off x="5214942" y="1214422"/>
            <a:ext cx="295276" cy="2762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Багетная рамка 23">
            <a:hlinkClick r:id="" action="ppaction://hlinkshowjump?jump=nextslide">
              <a:snd r:embed="rId7" name="spark1.wav"/>
            </a:hlinkClick>
            <a:hlinkHover r:id="" action="ppaction://noaction">
              <a:snd r:embed="rId8" name="gate_move1.wav"/>
            </a:hlinkHover>
          </p:cNvPr>
          <p:cNvSpPr/>
          <p:nvPr/>
        </p:nvSpPr>
        <p:spPr>
          <a:xfrm>
            <a:off x="500034" y="1857364"/>
            <a:ext cx="285752" cy="642942"/>
          </a:xfrm>
          <a:prstGeom prst="bevel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X</a:t>
            </a:r>
            <a:endParaRPr lang="ru-RU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2.22222E-6 L -8.33333E-7 0.0944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7"/>
                                    </p:animMotion>
                                  </p:childTnLst>
                                  <p:subTnLst>
                                    <p:audio>
                                      <p:cMediaNode vol="0"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efault_locke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" presetID="0" presetClass="path" presetSubtype="0" repeatCount="indefinite" accel="50000" decel="50000" autoRev="1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"/>
                                    </p:cond>
                                  </p:endCondLst>
                                  <p:childTnLst>
                                    <p:animMotion origin="layout" path="M -8.33333E-7 -2.22222E-6 L -8.33333E-7 0.09445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7"/>
                                    </p:animMotion>
                                  </p:childTnLst>
                                  <p:subTnLst>
                                    <p:audio>
                                      <p:cMediaNode vol="0">
                                        <p:cTn display="0" masterRel="sameClick">
                                          <p:stCondLst>
                                            <p:cond evt="begin" delay="0">
                                              <p:tn val="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efault_locke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0" presetClass="pat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7.5E-6 -3.33333E-6 L -7.5E-6 -0.08403 " pathEditMode="relative" ptsTypes="AA">
                                      <p:cBhvr>
                                        <p:cTn id="10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audio>
                                      <p:cMediaNode vol="30000"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efault_locke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allAtOnce" animBg="1" rev="1"/>
      <p:bldP spid="2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B7FEA-239F-4E57-B404-13A8F41F7A32}" type="datetime9">
              <a:rPr lang="ru-RU" smtClean="0"/>
              <a:pPr/>
              <a:t>10.06.2023 12:06:36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sp>
        <p:nvSpPr>
          <p:cNvPr id="4" name="Багетная рамка 3"/>
          <p:cNvSpPr/>
          <p:nvPr/>
        </p:nvSpPr>
        <p:spPr>
          <a:xfrm>
            <a:off x="500034" y="4429132"/>
            <a:ext cx="1500198" cy="1071570"/>
          </a:xfrm>
          <a:prstGeom prst="bevel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Start</a:t>
            </a:r>
            <a:endParaRPr lang="ru-RU" dirty="0"/>
          </a:p>
        </p:txBody>
      </p:sp>
      <p:sp>
        <p:nvSpPr>
          <p:cNvPr id="6" name="Багетная рамка 5">
            <a:hlinkHover r:id="rId3" action="ppaction://hlinksldjump"/>
          </p:cNvPr>
          <p:cNvSpPr/>
          <p:nvPr/>
        </p:nvSpPr>
        <p:spPr>
          <a:xfrm>
            <a:off x="0" y="0"/>
            <a:ext cx="500034" cy="6858000"/>
          </a:xfrm>
          <a:prstGeom prst="bevel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Багетная рамка 6">
            <a:hlinkHover r:id="rId3" action="ppaction://hlinksldjump"/>
          </p:cNvPr>
          <p:cNvSpPr/>
          <p:nvPr/>
        </p:nvSpPr>
        <p:spPr>
          <a:xfrm>
            <a:off x="500034" y="3357562"/>
            <a:ext cx="5572164" cy="1071546"/>
          </a:xfrm>
          <a:prstGeom prst="bevel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Багетная рамка 7">
            <a:hlinkHover r:id="rId3" action="ppaction://hlinksldjump"/>
          </p:cNvPr>
          <p:cNvSpPr/>
          <p:nvPr/>
        </p:nvSpPr>
        <p:spPr>
          <a:xfrm>
            <a:off x="500034" y="5500702"/>
            <a:ext cx="8643966" cy="1357298"/>
          </a:xfrm>
          <a:prstGeom prst="bevel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Багетная рамка 8">
            <a:hlinkClick r:id="" action="ppaction://hlinkshowjump?jump=nextslide">
              <a:snd r:embed="rId4" name="go_alert2a.wav"/>
            </a:hlinkClick>
            <a:hlinkHover r:id="rId3" action="ppaction://hlinksldjump"/>
          </p:cNvPr>
          <p:cNvSpPr/>
          <p:nvPr/>
        </p:nvSpPr>
        <p:spPr>
          <a:xfrm>
            <a:off x="6715140" y="0"/>
            <a:ext cx="2428860" cy="5500678"/>
          </a:xfrm>
          <a:prstGeom prst="bevel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Багетная рамка 9">
            <a:hlinkClick r:id="rId3" action="ppaction://hlinksldjump"/>
          </p:cNvPr>
          <p:cNvSpPr/>
          <p:nvPr/>
        </p:nvSpPr>
        <p:spPr>
          <a:xfrm>
            <a:off x="500034" y="2357430"/>
            <a:ext cx="3714776" cy="1000108"/>
          </a:xfrm>
          <a:prstGeom prst="bevel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Багетная рамка 10"/>
          <p:cNvSpPr/>
          <p:nvPr/>
        </p:nvSpPr>
        <p:spPr>
          <a:xfrm>
            <a:off x="4357686" y="2500306"/>
            <a:ext cx="2357454" cy="714380"/>
          </a:xfrm>
          <a:prstGeom prst="bevel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Багетная рамка 11">
            <a:hlinkClick r:id="rId3" action="ppaction://hlinksldjump"/>
          </p:cNvPr>
          <p:cNvSpPr/>
          <p:nvPr/>
        </p:nvSpPr>
        <p:spPr>
          <a:xfrm>
            <a:off x="500034" y="1785926"/>
            <a:ext cx="6072230" cy="571480"/>
          </a:xfrm>
          <a:prstGeom prst="bevel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Багетная рамка 12">
            <a:hlinkHover r:id="rId3" action="ppaction://hlinksldjump"/>
          </p:cNvPr>
          <p:cNvSpPr/>
          <p:nvPr/>
        </p:nvSpPr>
        <p:spPr>
          <a:xfrm>
            <a:off x="500034" y="1214422"/>
            <a:ext cx="4714908" cy="571480"/>
          </a:xfrm>
          <a:prstGeom prst="bevel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Багетная рамка 13">
            <a:hlinkHover r:id="rId3" action="ppaction://hlinksldjump"/>
          </p:cNvPr>
          <p:cNvSpPr/>
          <p:nvPr/>
        </p:nvSpPr>
        <p:spPr>
          <a:xfrm>
            <a:off x="5357818" y="-142900"/>
            <a:ext cx="1428760" cy="1714464"/>
          </a:xfrm>
          <a:prstGeom prst="bevel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Равнобедренный треугольник 14">
            <a:hlinkHover r:id="rId3" action="ppaction://hlinksldjump"/>
          </p:cNvPr>
          <p:cNvSpPr/>
          <p:nvPr/>
        </p:nvSpPr>
        <p:spPr>
          <a:xfrm>
            <a:off x="3214678" y="5143512"/>
            <a:ext cx="357190" cy="357190"/>
          </a:xfrm>
          <a:prstGeom prst="triangl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Равнобедренный треугольник 15">
            <a:hlinkHover r:id="rId3" action="ppaction://hlinksldjump"/>
          </p:cNvPr>
          <p:cNvSpPr/>
          <p:nvPr/>
        </p:nvSpPr>
        <p:spPr>
          <a:xfrm>
            <a:off x="3571868" y="5143512"/>
            <a:ext cx="357190" cy="357190"/>
          </a:xfrm>
          <a:prstGeom prst="triangl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Равнобедренный треугольник 16">
            <a:hlinkHover r:id="rId3" action="ppaction://hlinksldjump"/>
          </p:cNvPr>
          <p:cNvSpPr/>
          <p:nvPr/>
        </p:nvSpPr>
        <p:spPr>
          <a:xfrm>
            <a:off x="3929058" y="5143512"/>
            <a:ext cx="357190" cy="357190"/>
          </a:xfrm>
          <a:prstGeom prst="triangl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Равнобедренный треугольник 17">
            <a:hlinkHover r:id="rId3" action="ppaction://hlinksldjump"/>
          </p:cNvPr>
          <p:cNvSpPr/>
          <p:nvPr/>
        </p:nvSpPr>
        <p:spPr>
          <a:xfrm rot="10800000">
            <a:off x="3214678" y="4429132"/>
            <a:ext cx="357190" cy="357190"/>
          </a:xfrm>
          <a:prstGeom prst="triangl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Равнобедренный треугольник 18">
            <a:hlinkHover r:id="rId3" action="ppaction://hlinksldjump"/>
          </p:cNvPr>
          <p:cNvSpPr/>
          <p:nvPr/>
        </p:nvSpPr>
        <p:spPr>
          <a:xfrm rot="10800000">
            <a:off x="3571868" y="4429132"/>
            <a:ext cx="357190" cy="357190"/>
          </a:xfrm>
          <a:prstGeom prst="triangl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Равнобедренный треугольник 19">
            <a:hlinkHover r:id="rId3" action="ppaction://hlinksldjump"/>
          </p:cNvPr>
          <p:cNvSpPr/>
          <p:nvPr/>
        </p:nvSpPr>
        <p:spPr>
          <a:xfrm rot="10800000">
            <a:off x="3929058" y="4429132"/>
            <a:ext cx="357190" cy="357190"/>
          </a:xfrm>
          <a:prstGeom prst="triangl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hlinkHover r:id="rId3" action="ppaction://hlinksldjump"/>
          </p:cNvPr>
          <p:cNvSpPr/>
          <p:nvPr/>
        </p:nvSpPr>
        <p:spPr>
          <a:xfrm>
            <a:off x="5072066" y="4429132"/>
            <a:ext cx="214314" cy="50006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>
            <a:hlinkHover r:id="rId3" action="ppaction://hlinksldjump"/>
          </p:cNvPr>
          <p:cNvSpPr/>
          <p:nvPr/>
        </p:nvSpPr>
        <p:spPr>
          <a:xfrm>
            <a:off x="5286380" y="4929198"/>
            <a:ext cx="214314" cy="57150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Багетная рамка 22">
            <a:hlinkClick r:id="" action="ppaction://hlinkshowjump?jump=nextslide">
              <a:snd r:embed="rId5" name="default_locked.wav"/>
            </a:hlinkClick>
            <a:hlinkHover r:id="" action="ppaction://noaction">
              <a:snd r:embed="rId6" name="cbot_alert1.wav"/>
            </a:hlinkHover>
          </p:cNvPr>
          <p:cNvSpPr/>
          <p:nvPr/>
        </p:nvSpPr>
        <p:spPr>
          <a:xfrm>
            <a:off x="500034" y="0"/>
            <a:ext cx="1500198" cy="1214422"/>
          </a:xfrm>
          <a:prstGeom prst="bevel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Finish</a:t>
            </a:r>
            <a:endParaRPr lang="ru-RU" dirty="0"/>
          </a:p>
        </p:txBody>
      </p:sp>
      <p:sp>
        <p:nvSpPr>
          <p:cNvPr id="24" name="Багетная рамка 23"/>
          <p:cNvSpPr/>
          <p:nvPr/>
        </p:nvSpPr>
        <p:spPr>
          <a:xfrm>
            <a:off x="500034" y="1857364"/>
            <a:ext cx="285752" cy="642942"/>
          </a:xfrm>
          <a:prstGeom prst="bevel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B050"/>
                </a:solidFill>
              </a:rPr>
              <a:t>V</a:t>
            </a:r>
            <a:endParaRPr lang="ru-RU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ransition>
    <p:sndAc>
      <p:stSnd>
        <p:snd r:embed="rId2" name="spark1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2.22222E-6 L -8.33333E-7 0.0944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7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repeatCount="indefinite" accel="50000" decel="50000" autoRev="1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"/>
                                    </p:cond>
                                  </p:endCondLst>
                                  <p:childTnLst>
                                    <p:animMotion origin="layout" path="M -8.33333E-7 -2.22222E-6 L -8.33333E-7 0.09445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7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7.5E-6 -3.33333E-6 L -7.5E-6 -0.08403 " pathEditMode="relative" ptsTypes="AA">
                                      <p:cBhvr>
                                        <p:cTn id="10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allAtOnce" animBg="1" rev="1"/>
      <p:bldP spid="2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D839-8C25-46FA-B60D-29988F259B3F}" type="datetime9">
              <a:rPr lang="ru-RU" smtClean="0"/>
              <a:pPr/>
              <a:t>10.06.2023 12:06:36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sp>
        <p:nvSpPr>
          <p:cNvPr id="4" name="Багетная рамка 3">
            <a:hlinkClick r:id="rId2" action="ppaction://hlinksldjump"/>
          </p:cNvPr>
          <p:cNvSpPr/>
          <p:nvPr/>
        </p:nvSpPr>
        <p:spPr>
          <a:xfrm>
            <a:off x="500034" y="0"/>
            <a:ext cx="1500198" cy="1214422"/>
          </a:xfrm>
          <a:prstGeom prst="bevel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Start</a:t>
            </a:r>
          </a:p>
        </p:txBody>
      </p:sp>
      <p:sp>
        <p:nvSpPr>
          <p:cNvPr id="5" name="Багетная рамка 4">
            <a:hlinkHover r:id="rId3" action="ppaction://hlinksldjump"/>
          </p:cNvPr>
          <p:cNvSpPr/>
          <p:nvPr/>
        </p:nvSpPr>
        <p:spPr>
          <a:xfrm>
            <a:off x="0" y="0"/>
            <a:ext cx="500034" cy="6858000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Багетная рамка 5">
            <a:hlinkHover r:id="rId3" action="ppaction://hlinksldjump"/>
          </p:cNvPr>
          <p:cNvSpPr/>
          <p:nvPr/>
        </p:nvSpPr>
        <p:spPr>
          <a:xfrm>
            <a:off x="500034" y="1214422"/>
            <a:ext cx="6500858" cy="5643578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Багетная рамка 6">
            <a:hlinkClick r:id="rId3" action="ppaction://hlinksldjump"/>
          </p:cNvPr>
          <p:cNvSpPr/>
          <p:nvPr/>
        </p:nvSpPr>
        <p:spPr>
          <a:xfrm>
            <a:off x="2000232" y="0"/>
            <a:ext cx="7143768" cy="1214422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ru-RU" dirty="0"/>
          </a:p>
        </p:txBody>
      </p:sp>
      <p:sp>
        <p:nvSpPr>
          <p:cNvPr id="8" name="Багетная рамка 7"/>
          <p:cNvSpPr/>
          <p:nvPr/>
        </p:nvSpPr>
        <p:spPr>
          <a:xfrm>
            <a:off x="7000892" y="1214422"/>
            <a:ext cx="2143108" cy="4286280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Багетная рамка 8">
            <a:hlinkClick r:id="" action="ppaction://hlinkshowjump?jump=nextslide">
              <a:snd r:embed="rId4" name="default_locked.wav"/>
            </a:hlinkClick>
            <a:hlinkHover r:id="" action="ppaction://noaction">
              <a:snd r:embed="rId5" name="cbot_alert1.wav"/>
            </a:hlinkHover>
          </p:cNvPr>
          <p:cNvSpPr/>
          <p:nvPr/>
        </p:nvSpPr>
        <p:spPr>
          <a:xfrm>
            <a:off x="7000892" y="5500702"/>
            <a:ext cx="2143108" cy="1357298"/>
          </a:xfrm>
          <a:prstGeom prst="bevel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Finish</a:t>
            </a:r>
            <a:endParaRPr lang="ru-RU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C9ADE-3C55-4F18-B1F4-6C0FA1B43603}" type="datetime9">
              <a:rPr lang="ru-RU" smtClean="0"/>
              <a:pPr/>
              <a:t>10.06.2023 12:06:36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sp>
        <p:nvSpPr>
          <p:cNvPr id="4" name="Багетная рамка 3">
            <a:hlinkClick r:id="" action="ppaction://noaction">
              <a:snd r:embed="rId3" name="default_locked.wav"/>
            </a:hlinkClick>
            <a:hlinkHover r:id="" action="ppaction://noaction">
              <a:snd r:embed="rId4" name="cbot_alert1.wav"/>
            </a:hlinkHover>
          </p:cNvPr>
          <p:cNvSpPr/>
          <p:nvPr/>
        </p:nvSpPr>
        <p:spPr>
          <a:xfrm>
            <a:off x="7000892" y="5500702"/>
            <a:ext cx="2143108" cy="1357298"/>
          </a:xfrm>
          <a:prstGeom prst="bevel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Start</a:t>
            </a:r>
            <a:endParaRPr lang="ru-RU" dirty="0"/>
          </a:p>
        </p:txBody>
      </p:sp>
      <p:sp>
        <p:nvSpPr>
          <p:cNvPr id="5" name="Багетная рамка 4">
            <a:hlinkHover r:id="rId5" action="ppaction://hlinksldjump"/>
          </p:cNvPr>
          <p:cNvSpPr/>
          <p:nvPr/>
        </p:nvSpPr>
        <p:spPr>
          <a:xfrm>
            <a:off x="0" y="5500702"/>
            <a:ext cx="7000892" cy="1357298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Багетная рамка 5">
            <a:hlinkHover r:id="rId5" action="ppaction://hlinksldjump"/>
          </p:cNvPr>
          <p:cNvSpPr/>
          <p:nvPr/>
        </p:nvSpPr>
        <p:spPr>
          <a:xfrm>
            <a:off x="7858148" y="0"/>
            <a:ext cx="1285852" cy="5500702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Багетная рамка 6">
            <a:hlinkHover r:id="rId5" action="ppaction://hlinksldjump"/>
          </p:cNvPr>
          <p:cNvSpPr/>
          <p:nvPr/>
        </p:nvSpPr>
        <p:spPr>
          <a:xfrm>
            <a:off x="0" y="0"/>
            <a:ext cx="7858148" cy="642918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Багетная рамка 7">
            <a:hlinkHover r:id="rId5" action="ppaction://hlinksldjump"/>
          </p:cNvPr>
          <p:cNvSpPr/>
          <p:nvPr/>
        </p:nvSpPr>
        <p:spPr>
          <a:xfrm>
            <a:off x="4857752" y="1357298"/>
            <a:ext cx="2143140" cy="4143404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Багетная рамка 8">
            <a:hlinkHover r:id="rId5" action="ppaction://hlinksldjump"/>
          </p:cNvPr>
          <p:cNvSpPr/>
          <p:nvPr/>
        </p:nvSpPr>
        <p:spPr>
          <a:xfrm>
            <a:off x="0" y="642918"/>
            <a:ext cx="1000100" cy="4857784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Багетная рамка 9">
            <a:hlinkHover r:id="rId5" action="ppaction://hlinksldjump"/>
          </p:cNvPr>
          <p:cNvSpPr/>
          <p:nvPr/>
        </p:nvSpPr>
        <p:spPr>
          <a:xfrm>
            <a:off x="1928794" y="1357298"/>
            <a:ext cx="2928958" cy="571504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Багетная рамка 10">
            <a:hlinkHover r:id="rId5" action="ppaction://hlinksldjump"/>
          </p:cNvPr>
          <p:cNvSpPr/>
          <p:nvPr/>
        </p:nvSpPr>
        <p:spPr>
          <a:xfrm>
            <a:off x="1928794" y="1928802"/>
            <a:ext cx="857256" cy="1285884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Багетная рамка 12">
            <a:hlinkHover r:id="rId5" action="ppaction://hlinksldjump"/>
          </p:cNvPr>
          <p:cNvSpPr/>
          <p:nvPr/>
        </p:nvSpPr>
        <p:spPr>
          <a:xfrm>
            <a:off x="1928794" y="3214686"/>
            <a:ext cx="1214446" cy="928694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Багетная рамка 13">
            <a:hlinkHover r:id="rId5" action="ppaction://hlinksldjump"/>
          </p:cNvPr>
          <p:cNvSpPr/>
          <p:nvPr/>
        </p:nvSpPr>
        <p:spPr>
          <a:xfrm>
            <a:off x="3500430" y="3214686"/>
            <a:ext cx="1357322" cy="928694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Багетная рамка 14">
            <a:hlinkHover r:id="rId5" action="ppaction://hlinksldjump"/>
          </p:cNvPr>
          <p:cNvSpPr/>
          <p:nvPr/>
        </p:nvSpPr>
        <p:spPr>
          <a:xfrm>
            <a:off x="4286248" y="1928802"/>
            <a:ext cx="571504" cy="1285884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Багетная рамка 16"/>
          <p:cNvSpPr/>
          <p:nvPr/>
        </p:nvSpPr>
        <p:spPr>
          <a:xfrm>
            <a:off x="5643570" y="642918"/>
            <a:ext cx="785818" cy="214314"/>
          </a:xfrm>
          <a:prstGeom prst="bevel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Багетная рамка 17"/>
          <p:cNvSpPr/>
          <p:nvPr/>
        </p:nvSpPr>
        <p:spPr>
          <a:xfrm>
            <a:off x="1000100" y="1357298"/>
            <a:ext cx="214314" cy="642942"/>
          </a:xfrm>
          <a:prstGeom prst="bevel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Багетная рамка 18"/>
          <p:cNvSpPr/>
          <p:nvPr/>
        </p:nvSpPr>
        <p:spPr>
          <a:xfrm>
            <a:off x="2071670" y="4143380"/>
            <a:ext cx="714380" cy="214314"/>
          </a:xfrm>
          <a:prstGeom prst="bevel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Багетная рамка 19"/>
          <p:cNvSpPr/>
          <p:nvPr/>
        </p:nvSpPr>
        <p:spPr>
          <a:xfrm>
            <a:off x="7643834" y="3857628"/>
            <a:ext cx="214314" cy="642942"/>
          </a:xfrm>
          <a:prstGeom prst="bevel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Куб 20">
            <a:hlinkHover r:id="rId5" action="ppaction://hlinksldjump"/>
          </p:cNvPr>
          <p:cNvSpPr/>
          <p:nvPr/>
        </p:nvSpPr>
        <p:spPr>
          <a:xfrm>
            <a:off x="3357554" y="2500306"/>
            <a:ext cx="642942" cy="571504"/>
          </a:xfrm>
          <a:prstGeom prst="cub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4" name="Рисунок 23" descr="radio_active.png">
            <a:hlinkHover r:id="rId5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43240" y="2000240"/>
            <a:ext cx="1013893" cy="838327"/>
          </a:xfrm>
          <a:prstGeom prst="rect">
            <a:avLst/>
          </a:prstGeom>
          <a:effectLst>
            <a:softEdge rad="317500"/>
          </a:effectLst>
        </p:spPr>
      </p:pic>
      <p:sp>
        <p:nvSpPr>
          <p:cNvPr id="26" name="Управляющая кнопка: настраиваемая 25">
            <a:hlinkClick r:id="" action="ppaction://noaction" highlightClick="1"/>
            <a:hlinkHover r:id="rId5" action="ppaction://hlinksldjump"/>
          </p:cNvPr>
          <p:cNvSpPr/>
          <p:nvPr/>
        </p:nvSpPr>
        <p:spPr>
          <a:xfrm>
            <a:off x="7000892" y="4500570"/>
            <a:ext cx="857256" cy="1000132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Управляющая кнопка: настраиваемая 26">
            <a:hlinkClick r:id="" action="ppaction://noaction" highlightClick="1"/>
            <a:hlinkHover r:id="rId5" action="ppaction://hlinksldjump"/>
          </p:cNvPr>
          <p:cNvSpPr/>
          <p:nvPr/>
        </p:nvSpPr>
        <p:spPr>
          <a:xfrm>
            <a:off x="7000892" y="3857628"/>
            <a:ext cx="642942" cy="642942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Управляющая кнопка: настраиваемая 27">
            <a:hlinkClick r:id="" action="ppaction://noaction" highlightClick="1"/>
            <a:hlinkHover r:id="rId5" action="ppaction://hlinksldjump"/>
          </p:cNvPr>
          <p:cNvSpPr/>
          <p:nvPr/>
        </p:nvSpPr>
        <p:spPr>
          <a:xfrm>
            <a:off x="7000892" y="642918"/>
            <a:ext cx="857256" cy="3214710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Управляющая кнопка: настраиваемая 28">
            <a:hlinkClick r:id="" action="ppaction://noaction" highlightClick="1"/>
            <a:hlinkHover r:id="rId5" action="ppaction://hlinksldjump"/>
          </p:cNvPr>
          <p:cNvSpPr/>
          <p:nvPr/>
        </p:nvSpPr>
        <p:spPr>
          <a:xfrm>
            <a:off x="6429388" y="642918"/>
            <a:ext cx="571504" cy="714380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Управляющая кнопка: настраиваемая 29">
            <a:hlinkClick r:id="" action="ppaction://noaction" highlightClick="1"/>
            <a:hlinkHover r:id="rId5" action="ppaction://hlinksldjump"/>
          </p:cNvPr>
          <p:cNvSpPr/>
          <p:nvPr/>
        </p:nvSpPr>
        <p:spPr>
          <a:xfrm>
            <a:off x="5643570" y="857232"/>
            <a:ext cx="785818" cy="500066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Управляющая кнопка: настраиваемая 30">
            <a:hlinkClick r:id="" action="ppaction://noaction" highlightClick="1"/>
            <a:hlinkHover r:id="rId5" action="ppaction://hlinksldjump"/>
          </p:cNvPr>
          <p:cNvSpPr/>
          <p:nvPr/>
        </p:nvSpPr>
        <p:spPr>
          <a:xfrm>
            <a:off x="1000100" y="642918"/>
            <a:ext cx="4643470" cy="714380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Управляющая кнопка: настраиваемая 31">
            <a:hlinkClick r:id="" action="ppaction://noaction" highlightClick="1"/>
            <a:hlinkHover r:id="rId5" action="ppaction://hlinksldjump"/>
          </p:cNvPr>
          <p:cNvSpPr/>
          <p:nvPr/>
        </p:nvSpPr>
        <p:spPr>
          <a:xfrm>
            <a:off x="1214414" y="1357298"/>
            <a:ext cx="714380" cy="642942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Управляющая кнопка: настраиваемая 32">
            <a:hlinkClick r:id="" action="ppaction://noaction" highlightClick="1"/>
            <a:hlinkHover r:id="rId5" action="ppaction://hlinksldjump"/>
          </p:cNvPr>
          <p:cNvSpPr/>
          <p:nvPr/>
        </p:nvSpPr>
        <p:spPr>
          <a:xfrm>
            <a:off x="1000100" y="2000240"/>
            <a:ext cx="928694" cy="2143140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Управляющая кнопка: настраиваемая 33">
            <a:hlinkClick r:id="" action="ppaction://noaction" highlightClick="1"/>
            <a:hlinkHover r:id="rId5" action="ppaction://hlinksldjump"/>
          </p:cNvPr>
          <p:cNvSpPr/>
          <p:nvPr/>
        </p:nvSpPr>
        <p:spPr>
          <a:xfrm>
            <a:off x="1000100" y="4143380"/>
            <a:ext cx="1071570" cy="1357322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Управляющая кнопка: настраиваемая 34">
            <a:hlinkClick r:id="" action="ppaction://noaction" highlightClick="1"/>
            <a:hlinkHover r:id="rId5" action="ppaction://hlinksldjump"/>
          </p:cNvPr>
          <p:cNvSpPr/>
          <p:nvPr/>
        </p:nvSpPr>
        <p:spPr>
          <a:xfrm>
            <a:off x="2071670" y="4357694"/>
            <a:ext cx="714380" cy="1143008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Управляющая кнопка: настраиваемая 35">
            <a:hlinkClick r:id="" action="ppaction://noaction" highlightClick="1"/>
            <a:hlinkHover r:id="rId5" action="ppaction://hlinksldjump"/>
          </p:cNvPr>
          <p:cNvSpPr/>
          <p:nvPr/>
        </p:nvSpPr>
        <p:spPr>
          <a:xfrm>
            <a:off x="2786050" y="4143380"/>
            <a:ext cx="1643074" cy="1357322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Управляющая кнопка: настраиваемая 36">
            <a:hlinkClick r:id="" action="ppaction://noaction" highlightClick="1"/>
            <a:hlinkHover r:id="rId5" action="ppaction://hlinksldjump"/>
          </p:cNvPr>
          <p:cNvSpPr/>
          <p:nvPr/>
        </p:nvSpPr>
        <p:spPr>
          <a:xfrm>
            <a:off x="3143240" y="3214686"/>
            <a:ext cx="357190" cy="928694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Управляющая кнопка: настраиваемая 37">
            <a:hlinkClick r:id="" action="ppaction://noaction" highlightClick="1"/>
            <a:hlinkHover r:id="rId5" action="ppaction://hlinksldjump"/>
          </p:cNvPr>
          <p:cNvSpPr/>
          <p:nvPr/>
        </p:nvSpPr>
        <p:spPr>
          <a:xfrm>
            <a:off x="2786050" y="1928802"/>
            <a:ext cx="1500198" cy="1285884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Багетная рамка 38">
            <a:hlinkClick r:id="rId7" action="ppaction://hlinksldjump">
              <a:snd r:embed="rId3" name="default_locked.wav"/>
            </a:hlinkClick>
            <a:hlinkHover r:id="" action="ppaction://noaction">
              <a:snd r:embed="rId4" name="cbot_alert1.wav"/>
            </a:hlinkHover>
          </p:cNvPr>
          <p:cNvSpPr/>
          <p:nvPr/>
        </p:nvSpPr>
        <p:spPr>
          <a:xfrm>
            <a:off x="4429124" y="4143380"/>
            <a:ext cx="428628" cy="1357322"/>
          </a:xfrm>
          <a:prstGeom prst="bevel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finish</a:t>
            </a:r>
            <a:endParaRPr lang="ru-RU" dirty="0"/>
          </a:p>
        </p:txBody>
      </p:sp>
    </p:spTree>
  </p:cSld>
  <p:clrMapOvr>
    <a:masterClrMapping/>
  </p:clrMapOvr>
  <p:transition advClick="0" advTm="3000">
    <p:sndAc>
      <p:stSnd>
        <p:snd r:embed="rId2" name="music.wav"/>
      </p:stSnd>
    </p:sndAc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9023C-CB4C-434F-86C0-D7EB0D7AC0E4}" type="datetime9">
              <a:rPr lang="ru-RU" smtClean="0"/>
              <a:pPr/>
              <a:t>10.06.2023 12:06:36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sp>
        <p:nvSpPr>
          <p:cNvPr id="4" name="Багетная рамка 3">
            <a:hlinkClick r:id="" action="ppaction://hlinkshowjump?jump=nextslide">
              <a:snd r:embed="rId2" name="default_locked.wav"/>
            </a:hlinkClick>
            <a:hlinkHover r:id="" action="ppaction://noaction">
              <a:snd r:embed="rId3" name="cbot_alert1.wav"/>
            </a:hlinkHover>
          </p:cNvPr>
          <p:cNvSpPr/>
          <p:nvPr/>
        </p:nvSpPr>
        <p:spPr>
          <a:xfrm>
            <a:off x="7000892" y="5500702"/>
            <a:ext cx="2143108" cy="1357298"/>
          </a:xfrm>
          <a:prstGeom prst="bevel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Start</a:t>
            </a:r>
            <a:endParaRPr lang="ru-RU" dirty="0"/>
          </a:p>
        </p:txBody>
      </p:sp>
      <p:sp>
        <p:nvSpPr>
          <p:cNvPr id="5" name="Багетная рамка 4">
            <a:hlinkHover r:id="rId4" action="ppaction://hlinksldjump"/>
          </p:cNvPr>
          <p:cNvSpPr/>
          <p:nvPr/>
        </p:nvSpPr>
        <p:spPr>
          <a:xfrm>
            <a:off x="0" y="5500702"/>
            <a:ext cx="7000892" cy="1357298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Багетная рамка 5">
            <a:hlinkHover r:id="rId4" action="ppaction://hlinksldjump"/>
          </p:cNvPr>
          <p:cNvSpPr/>
          <p:nvPr/>
        </p:nvSpPr>
        <p:spPr>
          <a:xfrm>
            <a:off x="7858148" y="0"/>
            <a:ext cx="1285852" cy="5500702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Багетная рамка 6">
            <a:hlinkHover r:id="rId4" action="ppaction://hlinksldjump"/>
          </p:cNvPr>
          <p:cNvSpPr/>
          <p:nvPr/>
        </p:nvSpPr>
        <p:spPr>
          <a:xfrm>
            <a:off x="0" y="0"/>
            <a:ext cx="7858148" cy="642918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Багетная рамка 7">
            <a:hlinkHover r:id="rId4" action="ppaction://hlinksldjump"/>
          </p:cNvPr>
          <p:cNvSpPr/>
          <p:nvPr/>
        </p:nvSpPr>
        <p:spPr>
          <a:xfrm>
            <a:off x="4857752" y="1357298"/>
            <a:ext cx="2143140" cy="4143404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Багетная рамка 8">
            <a:hlinkHover r:id="rId4" action="ppaction://hlinksldjump"/>
          </p:cNvPr>
          <p:cNvSpPr/>
          <p:nvPr/>
        </p:nvSpPr>
        <p:spPr>
          <a:xfrm>
            <a:off x="0" y="642918"/>
            <a:ext cx="1000100" cy="4857784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Багетная рамка 9">
            <a:hlinkHover r:id="rId4" action="ppaction://hlinksldjump"/>
          </p:cNvPr>
          <p:cNvSpPr/>
          <p:nvPr/>
        </p:nvSpPr>
        <p:spPr>
          <a:xfrm>
            <a:off x="1928794" y="1357298"/>
            <a:ext cx="2928958" cy="571504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Багетная рамка 10">
            <a:hlinkHover r:id="rId4" action="ppaction://hlinksldjump"/>
          </p:cNvPr>
          <p:cNvSpPr/>
          <p:nvPr/>
        </p:nvSpPr>
        <p:spPr>
          <a:xfrm>
            <a:off x="1928794" y="1928802"/>
            <a:ext cx="857256" cy="1285884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Багетная рамка 12">
            <a:hlinkHover r:id="rId4" action="ppaction://hlinksldjump"/>
          </p:cNvPr>
          <p:cNvSpPr/>
          <p:nvPr/>
        </p:nvSpPr>
        <p:spPr>
          <a:xfrm>
            <a:off x="1928794" y="3214686"/>
            <a:ext cx="1214446" cy="928694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Багетная рамка 13">
            <a:hlinkHover r:id="rId4" action="ppaction://hlinksldjump"/>
          </p:cNvPr>
          <p:cNvSpPr/>
          <p:nvPr/>
        </p:nvSpPr>
        <p:spPr>
          <a:xfrm>
            <a:off x="3500430" y="3214686"/>
            <a:ext cx="1357322" cy="928694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Багетная рамка 14">
            <a:hlinkHover r:id="rId4" action="ppaction://hlinksldjump"/>
          </p:cNvPr>
          <p:cNvSpPr/>
          <p:nvPr/>
        </p:nvSpPr>
        <p:spPr>
          <a:xfrm>
            <a:off x="4286248" y="1928802"/>
            <a:ext cx="571504" cy="1285884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Багетная рамка 15">
            <a:hlinkClick r:id="rId5" action="ppaction://hlinksldjump">
              <a:snd r:embed="rId2" name="default_locked.wav"/>
            </a:hlinkClick>
            <a:hlinkHover r:id="" action="ppaction://hlinkshowjump?jump=previousslide">
              <a:snd r:embed="rId3" name="cbot_alert1.wav"/>
            </a:hlinkHover>
          </p:cNvPr>
          <p:cNvSpPr/>
          <p:nvPr/>
        </p:nvSpPr>
        <p:spPr>
          <a:xfrm>
            <a:off x="4429124" y="4143380"/>
            <a:ext cx="428628" cy="1357322"/>
          </a:xfrm>
          <a:prstGeom prst="bevel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finish</a:t>
            </a:r>
            <a:endParaRPr lang="ru-RU" dirty="0"/>
          </a:p>
        </p:txBody>
      </p:sp>
      <p:sp>
        <p:nvSpPr>
          <p:cNvPr id="17" name="Багетная рамка 16"/>
          <p:cNvSpPr/>
          <p:nvPr/>
        </p:nvSpPr>
        <p:spPr>
          <a:xfrm>
            <a:off x="5643570" y="642918"/>
            <a:ext cx="785818" cy="214314"/>
          </a:xfrm>
          <a:prstGeom prst="bevel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Багетная рамка 17"/>
          <p:cNvSpPr/>
          <p:nvPr/>
        </p:nvSpPr>
        <p:spPr>
          <a:xfrm>
            <a:off x="1000100" y="1357298"/>
            <a:ext cx="214314" cy="642942"/>
          </a:xfrm>
          <a:prstGeom prst="bevel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Багетная рамка 18"/>
          <p:cNvSpPr/>
          <p:nvPr/>
        </p:nvSpPr>
        <p:spPr>
          <a:xfrm>
            <a:off x="2071670" y="4143380"/>
            <a:ext cx="714380" cy="214314"/>
          </a:xfrm>
          <a:prstGeom prst="bevel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Багетная рамка 19"/>
          <p:cNvSpPr/>
          <p:nvPr/>
        </p:nvSpPr>
        <p:spPr>
          <a:xfrm>
            <a:off x="7643834" y="3857628"/>
            <a:ext cx="214314" cy="642942"/>
          </a:xfrm>
          <a:prstGeom prst="bevel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Куб 20">
            <a:hlinkHover r:id="rId4" action="ppaction://hlinksldjump"/>
          </p:cNvPr>
          <p:cNvSpPr/>
          <p:nvPr/>
        </p:nvSpPr>
        <p:spPr>
          <a:xfrm>
            <a:off x="3357554" y="2500306"/>
            <a:ext cx="642942" cy="571504"/>
          </a:xfrm>
          <a:prstGeom prst="cub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4" name="Рисунок 23" descr="radio_active.png">
            <a:hlinkHover r:id="rId4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43240" y="2000240"/>
            <a:ext cx="1013892" cy="838327"/>
          </a:xfrm>
          <a:prstGeom prst="rect">
            <a:avLst/>
          </a:prstGeom>
          <a:effectLst>
            <a:softEdge rad="317500"/>
          </a:effectLst>
        </p:spPr>
      </p:pic>
    </p:spTree>
  </p:cSld>
  <p:clrMapOvr>
    <a:masterClrMapping/>
  </p:clrMapOvr>
  <p:transition advClick="0" advTm="4000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Багетная рамка 21">
            <a:hlinkClick r:id="rId2" action="ppaction://hlinksldjump"/>
            <a:hlinkHover r:id="rId2" action="ppaction://hlinksldjump"/>
          </p:cNvPr>
          <p:cNvSpPr/>
          <p:nvPr/>
        </p:nvSpPr>
        <p:spPr>
          <a:xfrm>
            <a:off x="0" y="0"/>
            <a:ext cx="9144000" cy="7072338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Left click to continue!</a:t>
            </a:r>
            <a:endParaRPr lang="ru-RU" dirty="0"/>
          </a:p>
        </p:txBody>
      </p:sp>
      <p:sp>
        <p:nvSpPr>
          <p:cNvPr id="23" name="Багетная рамка 22">
            <a:hlinkClick r:id="rId3" action="ppaction://hlinksldjump"/>
          </p:cNvPr>
          <p:cNvSpPr/>
          <p:nvPr/>
        </p:nvSpPr>
        <p:spPr>
          <a:xfrm>
            <a:off x="4429124" y="4143380"/>
            <a:ext cx="428628" cy="1357322"/>
          </a:xfrm>
          <a:prstGeom prst="bevel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C07D8-0F1A-4BDC-8849-4D79B934AA44}" type="datetime9">
              <a:rPr lang="ru-RU" smtClean="0"/>
              <a:pPr/>
              <a:t>10.06.2023 12:06:36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396FC-2184-4BAF-B000-4939FA33F581}" type="datetime9">
              <a:rPr lang="ru-RU" smtClean="0"/>
              <a:pPr/>
              <a:t>10.06.2023 12:06:36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sp>
        <p:nvSpPr>
          <p:cNvPr id="4" name="Багетная рамка 3">
            <a:hlinkClick r:id="rId2" action="ppaction://hlinksldjump">
              <a:snd r:embed="rId3" name="default_locked.wav"/>
            </a:hlinkClick>
            <a:hlinkHover r:id="" action="ppaction://noaction">
              <a:snd r:embed="rId4" name="cbot_alert1.wav"/>
            </a:hlinkHover>
          </p:cNvPr>
          <p:cNvSpPr/>
          <p:nvPr/>
        </p:nvSpPr>
        <p:spPr>
          <a:xfrm>
            <a:off x="4143372" y="4143380"/>
            <a:ext cx="928694" cy="1357322"/>
          </a:xfrm>
          <a:prstGeom prst="bevel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start</a:t>
            </a:r>
            <a:endParaRPr lang="ru-RU" dirty="0"/>
          </a:p>
        </p:txBody>
      </p:sp>
      <p:sp>
        <p:nvSpPr>
          <p:cNvPr id="5" name="Багетная рамка 4"/>
          <p:cNvSpPr/>
          <p:nvPr/>
        </p:nvSpPr>
        <p:spPr>
          <a:xfrm>
            <a:off x="0" y="0"/>
            <a:ext cx="4143372" cy="6858000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Багетная рамка 5"/>
          <p:cNvSpPr/>
          <p:nvPr/>
        </p:nvSpPr>
        <p:spPr>
          <a:xfrm>
            <a:off x="5072066" y="0"/>
            <a:ext cx="4071934" cy="6858000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Багетная рамка 6"/>
          <p:cNvSpPr/>
          <p:nvPr/>
        </p:nvSpPr>
        <p:spPr>
          <a:xfrm>
            <a:off x="4143372" y="5500702"/>
            <a:ext cx="928694" cy="1357298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Багетная рамка 7"/>
          <p:cNvSpPr/>
          <p:nvPr/>
        </p:nvSpPr>
        <p:spPr>
          <a:xfrm>
            <a:off x="4143372" y="0"/>
            <a:ext cx="928694" cy="1142984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Багетная рамка 8">
            <a:hlinkClick r:id="rId5" action="ppaction://hlinksldjump"/>
          </p:cNvPr>
          <p:cNvSpPr/>
          <p:nvPr/>
        </p:nvSpPr>
        <p:spPr>
          <a:xfrm>
            <a:off x="4143372" y="1142984"/>
            <a:ext cx="928694" cy="428628"/>
          </a:xfrm>
          <a:prstGeom prst="bevel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finish</a:t>
            </a:r>
            <a:endParaRPr lang="ru-RU" dirty="0"/>
          </a:p>
        </p:txBody>
      </p:sp>
      <p:sp>
        <p:nvSpPr>
          <p:cNvPr id="11" name="Прямоугольник 10">
            <a:hlinkHover r:id="" action="ppaction://hlinkshowjump?jump=nextslide"/>
          </p:cNvPr>
          <p:cNvSpPr/>
          <p:nvPr/>
        </p:nvSpPr>
        <p:spPr>
          <a:xfrm>
            <a:off x="4143372" y="2071678"/>
            <a:ext cx="928694" cy="214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D3D4F-D51C-4855-A3AE-15A487C5EB27}" type="datetime9">
              <a:rPr lang="ru-RU" smtClean="0"/>
              <a:pPr/>
              <a:t>10.06.2023 12:06:36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sp>
        <p:nvSpPr>
          <p:cNvPr id="4" name="Дата 1"/>
          <p:cNvSpPr txBox="1">
            <a:spLocks/>
          </p:cNvSpPr>
          <p:nvPr/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32299B-6337-4819-AAF8-753C5CC81ABF}" type="datetime9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10.06.2023 12:06:36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Нижний колонтитул 2"/>
          <p:cNvSpPr txBox="1">
            <a:spLocks/>
          </p:cNvSpPr>
          <p:nvPr/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Experimental Beta (1.0)</a:t>
            </a:r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Багетная рамка 5">
            <a:hlinkClick r:id="rId2" action="ppaction://hlinksldjump">
              <a:snd r:embed="rId3" name="default_locked.wav"/>
            </a:hlinkClick>
            <a:hlinkHover r:id="" action="ppaction://noaction">
              <a:snd r:embed="rId4" name="cbot_alert1.wav"/>
            </a:hlinkHover>
          </p:cNvPr>
          <p:cNvSpPr/>
          <p:nvPr/>
        </p:nvSpPr>
        <p:spPr>
          <a:xfrm>
            <a:off x="4143372" y="4143380"/>
            <a:ext cx="928694" cy="1357322"/>
          </a:xfrm>
          <a:prstGeom prst="bevel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start</a:t>
            </a:r>
            <a:endParaRPr lang="ru-RU" dirty="0"/>
          </a:p>
        </p:txBody>
      </p:sp>
      <p:sp>
        <p:nvSpPr>
          <p:cNvPr id="7" name="Багетная рамка 6"/>
          <p:cNvSpPr/>
          <p:nvPr/>
        </p:nvSpPr>
        <p:spPr>
          <a:xfrm>
            <a:off x="0" y="0"/>
            <a:ext cx="4143372" cy="6858000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Багетная рамка 7"/>
          <p:cNvSpPr/>
          <p:nvPr/>
        </p:nvSpPr>
        <p:spPr>
          <a:xfrm>
            <a:off x="5072066" y="0"/>
            <a:ext cx="4071934" cy="6858000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Багетная рамка 8"/>
          <p:cNvSpPr/>
          <p:nvPr/>
        </p:nvSpPr>
        <p:spPr>
          <a:xfrm>
            <a:off x="4143372" y="5500702"/>
            <a:ext cx="928694" cy="1357298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Багетная рамка 9"/>
          <p:cNvSpPr/>
          <p:nvPr/>
        </p:nvSpPr>
        <p:spPr>
          <a:xfrm>
            <a:off x="4143372" y="0"/>
            <a:ext cx="928694" cy="1142984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Багетная рамка 10">
            <a:hlinkClick r:id="rId5" action="ppaction://hlinksldjump"/>
          </p:cNvPr>
          <p:cNvSpPr/>
          <p:nvPr/>
        </p:nvSpPr>
        <p:spPr>
          <a:xfrm>
            <a:off x="4143372" y="1142984"/>
            <a:ext cx="928694" cy="428628"/>
          </a:xfrm>
          <a:prstGeom prst="bevel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finish</a:t>
            </a:r>
            <a:endParaRPr lang="ru-RU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4143372" y="2071678"/>
            <a:ext cx="928694" cy="214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3" name="Рисунок 12" descr="sadface_surprise.png">
            <a:hlinkHover r:id="rId5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4810" y="1571612"/>
            <a:ext cx="785818" cy="571504"/>
          </a:xfrm>
          <a:prstGeom prst="rect">
            <a:avLst/>
          </a:prstGeom>
        </p:spPr>
      </p:pic>
    </p:spTree>
  </p:cSld>
  <p:clrMapOvr>
    <a:masterClrMapping/>
  </p:clrMapOvr>
  <p:transition advTm="5000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9E989-D4F2-47F1-A0E6-D436E060B34D}" type="datetime9">
              <a:rPr lang="ru-RU" smtClean="0"/>
              <a:pPr/>
              <a:t>10.06.2023 12:06:36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sp>
        <p:nvSpPr>
          <p:cNvPr id="4" name="Багетная рамка 3">
            <a:hlinkClick r:id="rId2" action="ppaction://hlinksldjump">
              <a:snd r:embed="rId3" name="default_locked.wav"/>
            </a:hlinkClick>
            <a:hlinkHover r:id="" action="ppaction://noaction">
              <a:snd r:embed="rId4" name="cbot_alert1.wav"/>
            </a:hlinkHover>
          </p:cNvPr>
          <p:cNvSpPr/>
          <p:nvPr/>
        </p:nvSpPr>
        <p:spPr>
          <a:xfrm>
            <a:off x="4143372" y="4143380"/>
            <a:ext cx="928694" cy="1357322"/>
          </a:xfrm>
          <a:prstGeom prst="bevel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start</a:t>
            </a:r>
            <a:endParaRPr lang="ru-RU" dirty="0"/>
          </a:p>
        </p:txBody>
      </p:sp>
      <p:sp>
        <p:nvSpPr>
          <p:cNvPr id="5" name="Багетная рамка 4"/>
          <p:cNvSpPr/>
          <p:nvPr/>
        </p:nvSpPr>
        <p:spPr>
          <a:xfrm>
            <a:off x="0" y="0"/>
            <a:ext cx="4143372" cy="6858000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Багетная рамка 5"/>
          <p:cNvSpPr/>
          <p:nvPr/>
        </p:nvSpPr>
        <p:spPr>
          <a:xfrm>
            <a:off x="5072066" y="0"/>
            <a:ext cx="4071934" cy="6858000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Багетная рамка 6"/>
          <p:cNvSpPr/>
          <p:nvPr/>
        </p:nvSpPr>
        <p:spPr>
          <a:xfrm>
            <a:off x="4143372" y="5500702"/>
            <a:ext cx="928694" cy="1357298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Багетная рамка 7"/>
          <p:cNvSpPr/>
          <p:nvPr/>
        </p:nvSpPr>
        <p:spPr>
          <a:xfrm>
            <a:off x="4143372" y="0"/>
            <a:ext cx="928694" cy="1142984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Багетная рамка 8">
            <a:hlinkClick r:id="rId5" action="ppaction://hlinksldjump">
              <a:snd r:embed="rId3" name="default_locked.wav"/>
            </a:hlinkClick>
            <a:hlinkHover r:id="" action="ppaction://noaction">
              <a:snd r:embed="rId4" name="cbot_alert1.wav"/>
            </a:hlinkHover>
          </p:cNvPr>
          <p:cNvSpPr/>
          <p:nvPr/>
        </p:nvSpPr>
        <p:spPr>
          <a:xfrm>
            <a:off x="4143372" y="1142984"/>
            <a:ext cx="928694" cy="428628"/>
          </a:xfrm>
          <a:prstGeom prst="bevel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finish</a:t>
            </a:r>
            <a:endParaRPr lang="ru-RU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6A4CE-E64F-4CC9-8AEA-B1207FB5640F}" type="datetime9">
              <a:rPr lang="ru-RU" smtClean="0"/>
              <a:pPr/>
              <a:t>10.06.2023 12:06:37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pic>
        <p:nvPicPr>
          <p:cNvPr id="4" name="Рисунок 3" descr="sadface_jumpsc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 advTm="2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utoRev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2.96296E-6 C -0.00313 2.96296E-6 0.01597 -0.00625 0.01319 -0.00672 C 0.01042 -0.00718 -0.01806 -0.00301 -0.01667 -0.00232 C -0.01528 -0.00162 0.0224 -0.00232 0.02153 -0.00232 C 0.02066 -0.00232 -0.02344 -0.00162 -0.0217 -0.00232 C -0.01997 -0.00301 0.0283 -0.00718 0.0316 -0.00672 C 0.0349 -0.00625 0.00312 2.96296E-6 5.55556E-7 2.96296E-6 Z " pathEditMode="relative" ptsTypes="aaaaaaa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audio>
                                      <p:cMediaNode vol="100000"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go_alert2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E70C1-289F-4A99-852F-38248978B1E8}" type="datetime9">
              <a:rPr lang="ru-RU" smtClean="0"/>
              <a:pPr/>
              <a:t>10.06.2023 12:06:37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sp>
        <p:nvSpPr>
          <p:cNvPr id="5" name="Багетная рамка 4">
            <a:hlinkClick r:id="rId3" action="ppaction://hlinksldjump">
              <a:snd r:embed="rId4" name="default_locked.wav"/>
            </a:hlinkClick>
          </p:cNvPr>
          <p:cNvSpPr/>
          <p:nvPr/>
        </p:nvSpPr>
        <p:spPr>
          <a:xfrm>
            <a:off x="500034" y="4429132"/>
            <a:ext cx="1500198" cy="1071570"/>
          </a:xfrm>
          <a:prstGeom prst="bevel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Start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0" y="313932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 smtClean="0"/>
              <a:t>Defeated.</a:t>
            </a:r>
            <a:endParaRPr lang="ru-RU" sz="9600" dirty="0"/>
          </a:p>
        </p:txBody>
      </p:sp>
      <p:sp>
        <p:nvSpPr>
          <p:cNvPr id="7" name="Управляющая кнопка: домой 6">
            <a:hlinkClick r:id="rId5" action="ppaction://hlinksldjump" highlightClick="1">
              <a:snd r:embed="rId6" name="buttonclick.wav"/>
            </a:hlinkClick>
            <a:hlinkHover r:id="" action="ppaction://noaction">
              <a:snd r:embed="rId7" name="buttonrollover.wav"/>
            </a:hlinkHover>
          </p:cNvPr>
          <p:cNvSpPr/>
          <p:nvPr/>
        </p:nvSpPr>
        <p:spPr>
          <a:xfrm>
            <a:off x="8501090" y="0"/>
            <a:ext cx="642910" cy="64294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HL2_song26.mp3">
            <a:hlinkClick r:id="" action="ppaction://media"/>
          </p:cNvPr>
          <p:cNvPicPr>
            <a:picLocks noRot="1" noChangeAspect="1"/>
          </p:cNvPicPr>
          <p:nvPr>
            <a:audioFile r:link="rId1"/>
          </p:nvPr>
        </p:nvPicPr>
        <p:blipFill>
          <a:blip r:embed="rId8"/>
          <a:stretch>
            <a:fillRect/>
          </a:stretch>
        </p:blipFill>
        <p:spPr>
          <a:xfrm flipV="1">
            <a:off x="0" y="0"/>
            <a:ext cx="357166" cy="357166"/>
          </a:xfrm>
          <a:prstGeom prst="rect">
            <a:avLst/>
          </a:prstGeom>
        </p:spPr>
      </p:pic>
    </p:spTree>
  </p:cSld>
  <p:clrMapOvr>
    <a:masterClrMapping/>
  </p:clrMapOvr>
  <p:transition spd="slow" advClick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0000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14282" y="428604"/>
            <a:ext cx="647786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 smtClean="0"/>
              <a:t>An simple puzzle game..?</a:t>
            </a:r>
          </a:p>
        </p:txBody>
      </p:sp>
      <p:sp>
        <p:nvSpPr>
          <p:cNvPr id="8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CE4A8-CF26-4993-86D4-83751F26E2D3}" type="datetime9">
              <a:rPr lang="ru-RU" smtClean="0"/>
              <a:pPr/>
              <a:t>10.06.2023 12:08:45</a:t>
            </a:fld>
            <a:endParaRPr lang="ru-RU"/>
          </a:p>
        </p:txBody>
      </p:sp>
      <p:sp>
        <p:nvSpPr>
          <p:cNvPr id="9" name="Нижний колонтитул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sp>
        <p:nvSpPr>
          <p:cNvPr id="11" name="Управляющая кнопка: далее 10">
            <a:hlinkClick r:id="rId3" action="ppaction://hlinksldjump" highlightClick="1">
              <a:snd r:embed="rId4" name="buttonclick.wav"/>
            </a:hlinkClick>
            <a:hlinkHover r:id="" action="ppaction://noaction">
              <a:snd r:embed="rId5" name="buttonrollover.wav"/>
            </a:hlinkHover>
          </p:cNvPr>
          <p:cNvSpPr/>
          <p:nvPr/>
        </p:nvSpPr>
        <p:spPr>
          <a:xfrm>
            <a:off x="0" y="1428736"/>
            <a:ext cx="500034" cy="500066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Управляющая кнопка: сведения 11">
            <a:hlinkClick r:id="rId6" action="ppaction://hlinksldjump" highlightClick="1">
              <a:snd r:embed="rId4" name="buttonclick.wav"/>
            </a:hlinkClick>
            <a:hlinkHover r:id="" action="ppaction://noaction">
              <a:snd r:embed="rId5" name="buttonrollover.wav"/>
            </a:hlinkHover>
          </p:cNvPr>
          <p:cNvSpPr/>
          <p:nvPr/>
        </p:nvSpPr>
        <p:spPr>
          <a:xfrm>
            <a:off x="0" y="2071678"/>
            <a:ext cx="500034" cy="500066"/>
          </a:xfrm>
          <a:prstGeom prst="actionButtonInform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Управляющая кнопка: возврат 12">
            <a:hlinkClick r:id="" action="ppaction://hlinkshowjump?jump=endshow" highlightClick="1">
              <a:snd r:embed="rId4" name="buttonclick.wav"/>
            </a:hlinkClick>
            <a:hlinkHover r:id="" action="ppaction://noaction">
              <a:snd r:embed="rId5" name="buttonrollover.wav"/>
            </a:hlinkHover>
          </p:cNvPr>
          <p:cNvSpPr/>
          <p:nvPr/>
        </p:nvSpPr>
        <p:spPr>
          <a:xfrm>
            <a:off x="0" y="2714620"/>
            <a:ext cx="500034" cy="571504"/>
          </a:xfrm>
          <a:prstGeom prst="actionButtonRetur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571472" y="1500174"/>
            <a:ext cx="1500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Play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472" y="2143116"/>
            <a:ext cx="1500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Credits’N’Info</a:t>
            </a:r>
            <a:endParaRPr lang="ru-RU" dirty="0"/>
          </a:p>
        </p:txBody>
      </p:sp>
      <p:sp>
        <p:nvSpPr>
          <p:cNvPr id="17" name="TextBox 16"/>
          <p:cNvSpPr txBox="1"/>
          <p:nvPr/>
        </p:nvSpPr>
        <p:spPr>
          <a:xfrm>
            <a:off x="642910" y="2786058"/>
            <a:ext cx="1500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Quit</a:t>
            </a:r>
            <a:endParaRPr lang="ru-RU" dirty="0"/>
          </a:p>
        </p:txBody>
      </p:sp>
      <p:sp>
        <p:nvSpPr>
          <p:cNvPr id="15" name="Багетная рамка 14">
            <a:hlinkClick r:id="rId7" action="ppaction://hlinksldjump"/>
          </p:cNvPr>
          <p:cNvSpPr/>
          <p:nvPr/>
        </p:nvSpPr>
        <p:spPr>
          <a:xfrm>
            <a:off x="7000892" y="5500702"/>
            <a:ext cx="2143108" cy="1357298"/>
          </a:xfrm>
          <a:prstGeom prst="bevel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Bypass.</a:t>
            </a:r>
            <a:endParaRPr lang="ru-RU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garag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3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3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  <p:bldP spid="11" grpId="0" animBg="1"/>
      <p:bldP spid="12" grpId="0" animBg="1"/>
      <p:bldP spid="13" grpId="0" animBg="1"/>
      <p:bldP spid="14" grpId="0"/>
      <p:bldP spid="16" grpId="0"/>
      <p:bldP spid="1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14282" y="428604"/>
            <a:ext cx="647786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 smtClean="0"/>
              <a:t>An simple puzzle game..?</a:t>
            </a:r>
          </a:p>
        </p:txBody>
      </p:sp>
      <p:sp>
        <p:nvSpPr>
          <p:cNvPr id="8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33070-35D1-4A95-BE2A-ADDA75E7DCE2}" type="datetime9">
              <a:rPr lang="ru-RU" smtClean="0"/>
              <a:pPr/>
              <a:t>10.06.2023 12:06:39</a:t>
            </a:fld>
            <a:endParaRPr lang="ru-RU"/>
          </a:p>
        </p:txBody>
      </p:sp>
      <p:sp>
        <p:nvSpPr>
          <p:cNvPr id="9" name="Нижний колонтитул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sp>
        <p:nvSpPr>
          <p:cNvPr id="11" name="Управляющая кнопка: далее 10">
            <a:hlinkClick r:id="rId3" action="ppaction://hlinksldjump" highlightClick="1">
              <a:snd r:embed="rId4" name="buttonclick.wav"/>
            </a:hlinkClick>
            <a:hlinkHover r:id="" action="ppaction://noaction">
              <a:snd r:embed="rId5" name="buttonrollover.wav"/>
            </a:hlinkHover>
          </p:cNvPr>
          <p:cNvSpPr/>
          <p:nvPr/>
        </p:nvSpPr>
        <p:spPr>
          <a:xfrm>
            <a:off x="0" y="1428736"/>
            <a:ext cx="500034" cy="500066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Управляющая кнопка: сведения 11">
            <a:hlinkClick r:id="rId6" action="ppaction://hlinksldjump" highlightClick="1">
              <a:snd r:embed="rId4" name="buttonclick.wav"/>
            </a:hlinkClick>
            <a:hlinkHover r:id="" action="ppaction://noaction">
              <a:snd r:embed="rId5" name="buttonrollover.wav"/>
            </a:hlinkHover>
          </p:cNvPr>
          <p:cNvSpPr/>
          <p:nvPr/>
        </p:nvSpPr>
        <p:spPr>
          <a:xfrm>
            <a:off x="0" y="2071678"/>
            <a:ext cx="500034" cy="500066"/>
          </a:xfrm>
          <a:prstGeom prst="actionButtonInform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Управляющая кнопка: возврат 12">
            <a:hlinkClick r:id="" action="ppaction://hlinkshowjump?jump=endshow" highlightClick="1">
              <a:snd r:embed="rId4" name="buttonclick.wav"/>
            </a:hlinkClick>
            <a:hlinkHover r:id="" action="ppaction://noaction">
              <a:snd r:embed="rId5" name="buttonrollover.wav"/>
            </a:hlinkHover>
          </p:cNvPr>
          <p:cNvSpPr/>
          <p:nvPr/>
        </p:nvSpPr>
        <p:spPr>
          <a:xfrm>
            <a:off x="0" y="2714620"/>
            <a:ext cx="500034" cy="571504"/>
          </a:xfrm>
          <a:prstGeom prst="actionButtonRetur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571472" y="1500174"/>
            <a:ext cx="1500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Play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472" y="2143116"/>
            <a:ext cx="1500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Credits’N’Info</a:t>
            </a:r>
            <a:endParaRPr lang="ru-RU" dirty="0"/>
          </a:p>
        </p:txBody>
      </p:sp>
      <p:sp>
        <p:nvSpPr>
          <p:cNvPr id="17" name="TextBox 16"/>
          <p:cNvSpPr txBox="1"/>
          <p:nvPr/>
        </p:nvSpPr>
        <p:spPr>
          <a:xfrm>
            <a:off x="642910" y="2786058"/>
            <a:ext cx="1500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Quit</a:t>
            </a:r>
            <a:endParaRPr lang="ru-RU" dirty="0"/>
          </a:p>
        </p:txBody>
      </p:sp>
      <p:sp>
        <p:nvSpPr>
          <p:cNvPr id="15" name="Багетная рамка 14">
            <a:hlinkClick r:id="rId7" action="ppaction://hlinksldjump"/>
          </p:cNvPr>
          <p:cNvSpPr/>
          <p:nvPr/>
        </p:nvSpPr>
        <p:spPr>
          <a:xfrm>
            <a:off x="7000892" y="5500702"/>
            <a:ext cx="2143108" cy="1357298"/>
          </a:xfrm>
          <a:prstGeom prst="bevel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Bypass.</a:t>
            </a:r>
            <a:endParaRPr lang="ru-RU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garag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3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3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  <p:bldP spid="11" grpId="0" animBg="1"/>
      <p:bldP spid="12" grpId="0" animBg="1"/>
      <p:bldP spid="13" grpId="0" animBg="1"/>
      <p:bldP spid="14" grpId="0"/>
      <p:bldP spid="16" grpId="0"/>
      <p:bldP spid="1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6C062-0508-4C66-AE1E-56EE045FACC8}" type="datetime9">
              <a:rPr lang="ru-RU" smtClean="0"/>
              <a:pPr/>
              <a:t>10.06.2023 12:06:39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pic>
        <p:nvPicPr>
          <p:cNvPr id="4" name="Рисунок 3" descr="sadface_surpri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43240" y="5288340"/>
            <a:ext cx="275908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dirty="0" smtClean="0"/>
              <a:t>STOP</a:t>
            </a:r>
            <a:endParaRPr lang="ru-RU" sz="9600" dirty="0"/>
          </a:p>
        </p:txBody>
      </p:sp>
    </p:spTree>
  </p:cSld>
  <p:clrMapOvr>
    <a:masterClrMapping/>
  </p:clrMapOvr>
  <p:transition advTm="1000">
    <p:sndAc>
      <p:stSnd>
        <p:snd r:embed="rId2" name="sci_pain3.wav"/>
      </p:stSnd>
    </p:sndAc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6BDC1-FB48-4337-B1AE-6987B0734E00}" type="datetime9">
              <a:rPr lang="ru-RU" smtClean="0"/>
              <a:pPr/>
              <a:t>10.06.2023 12:06:39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sp>
        <p:nvSpPr>
          <p:cNvPr id="5" name="Багетная рамка 4">
            <a:hlinkClick r:id="rId3" action="ppaction://hlinksldjump">
              <a:snd r:embed="rId4" name="default_locked.wav"/>
            </a:hlinkClick>
          </p:cNvPr>
          <p:cNvSpPr/>
          <p:nvPr/>
        </p:nvSpPr>
        <p:spPr>
          <a:xfrm>
            <a:off x="500034" y="4429132"/>
            <a:ext cx="1500198" cy="1071570"/>
          </a:xfrm>
          <a:prstGeom prst="bevel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Start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0" y="313932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 smtClean="0"/>
              <a:t>Defeated.</a:t>
            </a:r>
            <a:endParaRPr lang="ru-RU" sz="9600" dirty="0"/>
          </a:p>
        </p:txBody>
      </p:sp>
      <p:sp>
        <p:nvSpPr>
          <p:cNvPr id="7" name="Управляющая кнопка: домой 6">
            <a:hlinkClick r:id="rId5" action="ppaction://hlinksldjump" highlightClick="1">
              <a:snd r:embed="rId6" name="buttonclick.wav"/>
            </a:hlinkClick>
            <a:hlinkHover r:id="" action="ppaction://noaction">
              <a:snd r:embed="rId7" name="buttonrollover.wav"/>
            </a:hlinkHover>
          </p:cNvPr>
          <p:cNvSpPr/>
          <p:nvPr/>
        </p:nvSpPr>
        <p:spPr>
          <a:xfrm>
            <a:off x="8501090" y="0"/>
            <a:ext cx="642910" cy="64294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HL2_song26.mp3">
            <a:hlinkClick r:id="" action="ppaction://media"/>
          </p:cNvPr>
          <p:cNvPicPr>
            <a:picLocks noRot="1" noChangeAspect="1"/>
          </p:cNvPicPr>
          <p:nvPr>
            <a:audioFile r:link="rId1"/>
          </p:nvPr>
        </p:nvPicPr>
        <p:blipFill>
          <a:blip r:embed="rId8"/>
          <a:stretch>
            <a:fillRect/>
          </a:stretch>
        </p:blipFill>
        <p:spPr>
          <a:xfrm flipV="1">
            <a:off x="0" y="0"/>
            <a:ext cx="357166" cy="357166"/>
          </a:xfrm>
          <a:prstGeom prst="rect">
            <a:avLst/>
          </a:prstGeom>
        </p:spPr>
      </p:pic>
    </p:spTree>
  </p:cSld>
  <p:clrMapOvr>
    <a:masterClrMapping/>
  </p:clrMapOvr>
  <p:transition spd="slow" advClick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0000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74B4A-8CBF-45EB-83D3-0AB03FAA6CE0}" type="datetime9">
              <a:rPr lang="ru-RU" smtClean="0"/>
              <a:pPr/>
              <a:t>10.06.2023 12:06:39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graphicFrame>
        <p:nvGraphicFramePr>
          <p:cNvPr id="4" name="Объект 3"/>
          <p:cNvGraphicFramePr>
            <a:graphicFrameLocks noChangeAspect="1"/>
          </p:cNvGraphicFramePr>
          <p:nvPr/>
        </p:nvGraphicFramePr>
        <p:xfrm>
          <a:off x="0" y="0"/>
          <a:ext cx="9144000" cy="6858024"/>
        </p:xfrm>
        <a:graphic>
          <a:graphicData uri="http://schemas.openxmlformats.org/presentationml/2006/ole">
            <p:oleObj spid="_x0000_s1026" name="Точечный рисунок" r:id="rId4" imgW="1800476" imgH="1800476" progId="PBrush">
              <p:embed/>
            </p:oleObj>
          </a:graphicData>
        </a:graphic>
      </p:graphicFrame>
      <p:sp>
        <p:nvSpPr>
          <p:cNvPr id="5" name="Прямоугольник 4">
            <a:hlinkClick r:id="rId5" action="ppaction://hlinksldjump"/>
          </p:cNvPr>
          <p:cNvSpPr/>
          <p:nvPr/>
        </p:nvSpPr>
        <p:spPr>
          <a:xfrm>
            <a:off x="8572528" y="0"/>
            <a:ext cx="571472" cy="5000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ransition advClick="0" advTm="10000">
    <p:sndAc>
      <p:stSnd>
        <p:snd r:embed="rId3" name="Theme1.wav"/>
      </p:stSnd>
    </p:sndAc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94954-4968-4B3C-9321-6823829DC6BC}" type="datetime9">
              <a:rPr lang="ru-RU" smtClean="0"/>
              <a:pPr/>
              <a:t>10.06.2023 12:06:39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graphicFrame>
        <p:nvGraphicFramePr>
          <p:cNvPr id="4" name="Объект 3"/>
          <p:cNvGraphicFramePr>
            <a:graphicFrameLocks noChangeAspect="1"/>
          </p:cNvGraphicFramePr>
          <p:nvPr/>
        </p:nvGraphicFramePr>
        <p:xfrm>
          <a:off x="0" y="0"/>
          <a:ext cx="9144000" cy="6858024"/>
        </p:xfrm>
        <a:graphic>
          <a:graphicData uri="http://schemas.openxmlformats.org/presentationml/2006/ole">
            <p:oleObj spid="_x0000_s2050" name="Точечный рисунок" r:id="rId4" imgW="1800476" imgH="1800476" progId="PBrush">
              <p:embed/>
            </p:oleObj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0" y="235743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solidFill>
                  <a:schemeClr val="bg1"/>
                </a:solidFill>
              </a:rPr>
              <a:t>It’s not the end, yet.</a:t>
            </a:r>
            <a:endParaRPr lang="ru-RU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Tm="3000">
    <p:sndAc>
      <p:stSnd>
        <p:snd r:embed="rId3" name="talk.wav"/>
      </p:stSnd>
    </p:sndAc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01D0D-1139-460A-AAC6-94200DCED123}" type="datetime9">
              <a:rPr lang="ru-RU" smtClean="0"/>
              <a:pPr/>
              <a:t>10.06.2023 12:06:39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graphicFrame>
        <p:nvGraphicFramePr>
          <p:cNvPr id="4" name="Объект 3"/>
          <p:cNvGraphicFramePr>
            <a:graphicFrameLocks noChangeAspect="1"/>
          </p:cNvGraphicFramePr>
          <p:nvPr/>
        </p:nvGraphicFramePr>
        <p:xfrm>
          <a:off x="0" y="0"/>
          <a:ext cx="9144000" cy="6858024"/>
        </p:xfrm>
        <a:graphic>
          <a:graphicData uri="http://schemas.openxmlformats.org/presentationml/2006/ole">
            <p:oleObj spid="_x0000_s4098" name="Точечный рисунок" r:id="rId4" imgW="1800476" imgH="1800476" progId="PBrush">
              <p:embed/>
            </p:oleObj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0" y="235743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solidFill>
                  <a:schemeClr val="bg1"/>
                </a:solidFill>
              </a:rPr>
              <a:t>You have to go further... And further…</a:t>
            </a:r>
            <a:endParaRPr lang="ru-RU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Tm="3000">
    <p:sndAc>
      <p:stSnd>
        <p:snd r:embed="rId3" name="talk.wav"/>
      </p:stSnd>
    </p:sndAc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6BDF5-0614-4C0B-9A17-230D7FE4EA37}" type="datetime9">
              <a:rPr lang="ru-RU" smtClean="0"/>
              <a:pPr/>
              <a:t>10.06.2023 12:06:39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graphicFrame>
        <p:nvGraphicFramePr>
          <p:cNvPr id="4" name="Объект 3"/>
          <p:cNvGraphicFramePr>
            <a:graphicFrameLocks noChangeAspect="1"/>
          </p:cNvGraphicFramePr>
          <p:nvPr/>
        </p:nvGraphicFramePr>
        <p:xfrm>
          <a:off x="0" y="0"/>
          <a:ext cx="9144000" cy="6858024"/>
        </p:xfrm>
        <a:graphic>
          <a:graphicData uri="http://schemas.openxmlformats.org/presentationml/2006/ole">
            <p:oleObj spid="_x0000_s35842" name="Точечный рисунок" r:id="rId4" imgW="1800476" imgH="1800476" progId="PBrush">
              <p:embed/>
            </p:oleObj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0" y="235743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solidFill>
                  <a:schemeClr val="bg1"/>
                </a:solidFill>
              </a:rPr>
              <a:t>…</a:t>
            </a:r>
            <a:endParaRPr lang="ru-RU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Tm="3000">
    <p:sndAc>
      <p:stSnd>
        <p:snd r:embed="rId3" name="talk.wav"/>
      </p:stSnd>
    </p:sndAc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4C822-8051-4CC7-BCB0-8FF8D05219FA}" type="datetime9">
              <a:rPr lang="ru-RU" smtClean="0"/>
              <a:pPr/>
              <a:t>10.06.2023 12:06:40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graphicFrame>
        <p:nvGraphicFramePr>
          <p:cNvPr id="4" name="Объект 3"/>
          <p:cNvGraphicFramePr>
            <a:graphicFrameLocks noChangeAspect="1"/>
          </p:cNvGraphicFramePr>
          <p:nvPr/>
        </p:nvGraphicFramePr>
        <p:xfrm>
          <a:off x="0" y="0"/>
          <a:ext cx="9144000" cy="6858024"/>
        </p:xfrm>
        <a:graphic>
          <a:graphicData uri="http://schemas.openxmlformats.org/presentationml/2006/ole">
            <p:oleObj spid="_x0000_s36866" name="Точечный рисунок" r:id="rId4" imgW="1800476" imgH="1800476" progId="PBrush">
              <p:embed/>
            </p:oleObj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0" y="235743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solidFill>
                  <a:schemeClr val="bg1"/>
                </a:solidFill>
              </a:rPr>
              <a:t>Let’s do this again…</a:t>
            </a:r>
            <a:endParaRPr lang="ru-RU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Tm="3000">
    <p:sndAc>
      <p:stSnd>
        <p:snd r:embed="rId3" name="talk.wav"/>
      </p:stSnd>
    </p:sndAc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2EBF4-7594-4AD8-B23E-12D8AFCC77E9}" type="datetime9">
              <a:rPr lang="ru-RU" smtClean="0"/>
              <a:pPr/>
              <a:t>10.06.2023 12:06:40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pic>
        <p:nvPicPr>
          <p:cNvPr id="3789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5" name="Плюс 4"/>
          <p:cNvSpPr/>
          <p:nvPr/>
        </p:nvSpPr>
        <p:spPr>
          <a:xfrm>
            <a:off x="5643570" y="3357562"/>
            <a:ext cx="914400" cy="914400"/>
          </a:xfrm>
          <a:prstGeom prst="mathPlus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Минус 5">
            <a:hlinkHover r:id="" action="ppaction://hlinkshowjump?jump=nextslide"/>
          </p:cNvPr>
          <p:cNvSpPr/>
          <p:nvPr/>
        </p:nvSpPr>
        <p:spPr>
          <a:xfrm>
            <a:off x="2571736" y="3357562"/>
            <a:ext cx="914400" cy="914400"/>
          </a:xfrm>
          <a:prstGeom prst="mathMinus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50843-241D-4888-A388-D5F03391D7CD}" type="datetime9">
              <a:rPr lang="ru-RU" smtClean="0"/>
              <a:pPr/>
              <a:t>10.06.2023 12:06:40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pic>
        <p:nvPicPr>
          <p:cNvPr id="3789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5" name="Плюс 4">
            <a:hlinkClick r:id="rId3" action="ppaction://hlinksldjump">
              <a:snd r:embed="rId4" name="default_locked.wav"/>
            </a:hlinkClick>
            <a:hlinkHover r:id="" action="ppaction://noaction">
              <a:snd r:embed="rId5" name="ambient1.wav"/>
            </a:hlinkHover>
          </p:cNvPr>
          <p:cNvSpPr/>
          <p:nvPr/>
        </p:nvSpPr>
        <p:spPr>
          <a:xfrm>
            <a:off x="5643570" y="3357562"/>
            <a:ext cx="914400" cy="914400"/>
          </a:xfrm>
          <a:prstGeom prst="mathPlus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/>
          <p:cNvSpPr txBox="1"/>
          <p:nvPr/>
        </p:nvSpPr>
        <p:spPr>
          <a:xfrm>
            <a:off x="2500298" y="3286124"/>
            <a:ext cx="1071570" cy="11079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66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79</a:t>
            </a:r>
            <a:endParaRPr lang="ru-RU" sz="66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283A1-77B6-48B8-A481-FA492DCA7A4D}" type="datetime9">
              <a:rPr lang="ru-RU" smtClean="0"/>
              <a:pPr/>
              <a:t>10.06.2023 12:06:40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sp>
        <p:nvSpPr>
          <p:cNvPr id="4" name="Минус 3">
            <a:hlinkClick r:id="rId2" action="ppaction://hlinksldjump"/>
          </p:cNvPr>
          <p:cNvSpPr/>
          <p:nvPr/>
        </p:nvSpPr>
        <p:spPr>
          <a:xfrm rot="20243749">
            <a:off x="6399242" y="406979"/>
            <a:ext cx="2486036" cy="1843094"/>
          </a:xfrm>
          <a:prstGeom prst="mathMinus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Умножение 4"/>
          <p:cNvSpPr/>
          <p:nvPr/>
        </p:nvSpPr>
        <p:spPr>
          <a:xfrm>
            <a:off x="-2714676" y="3286124"/>
            <a:ext cx="7143800" cy="4214842"/>
          </a:xfrm>
          <a:prstGeom prst="mathMultiply">
            <a:avLst/>
          </a:prstGeom>
          <a:solidFill>
            <a:srgbClr val="E22A93"/>
          </a:solidFill>
          <a:ln>
            <a:solidFill>
              <a:srgbClr val="E22A9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E9DB0-6FFF-452F-91C4-1BE3402375A8}" type="datetime9">
              <a:rPr lang="ru-RU" smtClean="0"/>
              <a:pPr/>
              <a:t>10.06.2023 12:06:41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2928926" y="2500306"/>
            <a:ext cx="30718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/>
              <a:t>Incorrect!</a:t>
            </a:r>
            <a:endParaRPr lang="ru-RU" sz="4800" dirty="0"/>
          </a:p>
        </p:txBody>
      </p:sp>
    </p:spTree>
  </p:cSld>
  <p:clrMapOvr>
    <a:masterClrMapping/>
  </p:clrMapOvr>
  <p:transition advClick="0" advTm="2000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60C88-A72F-4C4F-8EF0-89816FB97914}" type="datetime9">
              <a:rPr lang="ru-RU" smtClean="0"/>
              <a:pPr/>
              <a:t>10.06.2023 12:06:41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sp>
        <p:nvSpPr>
          <p:cNvPr id="16" name="Багетная рамка 15">
            <a:hlinkClick r:id="rId2" action="ppaction://hlinksldjump"/>
          </p:cNvPr>
          <p:cNvSpPr/>
          <p:nvPr/>
        </p:nvSpPr>
        <p:spPr>
          <a:xfrm>
            <a:off x="3214678" y="2214554"/>
            <a:ext cx="1042416" cy="1042416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4</a:t>
            </a:r>
            <a:endParaRPr lang="ru-RU" dirty="0"/>
          </a:p>
        </p:txBody>
      </p:sp>
      <p:sp>
        <p:nvSpPr>
          <p:cNvPr id="18" name="Багетная рамка 17">
            <a:hlinkClick r:id="rId2" action="ppaction://hlinksldjump"/>
          </p:cNvPr>
          <p:cNvSpPr/>
          <p:nvPr/>
        </p:nvSpPr>
        <p:spPr>
          <a:xfrm>
            <a:off x="4214810" y="2214554"/>
            <a:ext cx="1042416" cy="1042416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5</a:t>
            </a:r>
            <a:endParaRPr lang="ru-RU" dirty="0"/>
          </a:p>
        </p:txBody>
      </p:sp>
      <p:sp>
        <p:nvSpPr>
          <p:cNvPr id="19" name="Багетная рамка 18">
            <a:hlinkClick r:id="rId2" action="ppaction://hlinksldjump"/>
          </p:cNvPr>
          <p:cNvSpPr/>
          <p:nvPr/>
        </p:nvSpPr>
        <p:spPr>
          <a:xfrm>
            <a:off x="5214942" y="2214554"/>
            <a:ext cx="1042416" cy="1042416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6</a:t>
            </a:r>
            <a:endParaRPr lang="ru-RU" dirty="0"/>
          </a:p>
        </p:txBody>
      </p:sp>
      <p:sp>
        <p:nvSpPr>
          <p:cNvPr id="20" name="Багетная рамка 19">
            <a:hlinkClick r:id="rId2" action="ppaction://hlinksldjump"/>
          </p:cNvPr>
          <p:cNvSpPr/>
          <p:nvPr/>
        </p:nvSpPr>
        <p:spPr>
          <a:xfrm>
            <a:off x="3214678" y="1214422"/>
            <a:ext cx="1042416" cy="1042416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21" name="Багетная рамка 20">
            <a:hlinkClick r:id="rId2" action="ppaction://hlinksldjump"/>
          </p:cNvPr>
          <p:cNvSpPr/>
          <p:nvPr/>
        </p:nvSpPr>
        <p:spPr>
          <a:xfrm>
            <a:off x="4214810" y="1214422"/>
            <a:ext cx="1042416" cy="1042416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22" name="Багетная рамка 21">
            <a:hlinkClick r:id="rId2" action="ppaction://hlinksldjump"/>
          </p:cNvPr>
          <p:cNvSpPr/>
          <p:nvPr/>
        </p:nvSpPr>
        <p:spPr>
          <a:xfrm>
            <a:off x="5214942" y="1214422"/>
            <a:ext cx="1042416" cy="1042416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3</a:t>
            </a:r>
            <a:endParaRPr lang="ru-RU" dirty="0"/>
          </a:p>
        </p:txBody>
      </p:sp>
      <p:sp>
        <p:nvSpPr>
          <p:cNvPr id="23" name="Багетная рамка 22">
            <a:hlinkClick r:id="rId3" action="ppaction://hlinksldjump"/>
          </p:cNvPr>
          <p:cNvSpPr/>
          <p:nvPr/>
        </p:nvSpPr>
        <p:spPr>
          <a:xfrm>
            <a:off x="3214678" y="3214686"/>
            <a:ext cx="1042416" cy="1042416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7</a:t>
            </a:r>
            <a:endParaRPr lang="ru-RU" dirty="0"/>
          </a:p>
        </p:txBody>
      </p:sp>
      <p:sp>
        <p:nvSpPr>
          <p:cNvPr id="24" name="Багетная рамка 23">
            <a:hlinkClick r:id="rId2" action="ppaction://hlinksldjump"/>
          </p:cNvPr>
          <p:cNvSpPr/>
          <p:nvPr/>
        </p:nvSpPr>
        <p:spPr>
          <a:xfrm>
            <a:off x="4214810" y="3214686"/>
            <a:ext cx="1042416" cy="1042416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8</a:t>
            </a:r>
            <a:endParaRPr lang="ru-RU" dirty="0"/>
          </a:p>
        </p:txBody>
      </p:sp>
      <p:sp>
        <p:nvSpPr>
          <p:cNvPr id="25" name="Багетная рамка 24">
            <a:hlinkClick r:id="rId2" action="ppaction://hlinksldjump"/>
          </p:cNvPr>
          <p:cNvSpPr/>
          <p:nvPr/>
        </p:nvSpPr>
        <p:spPr>
          <a:xfrm>
            <a:off x="5214942" y="3214686"/>
            <a:ext cx="1042416" cy="1042416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9</a:t>
            </a:r>
            <a:endParaRPr lang="ru-RU" dirty="0"/>
          </a:p>
        </p:txBody>
      </p:sp>
      <p:sp>
        <p:nvSpPr>
          <p:cNvPr id="26" name="Багетная рамка 25">
            <a:hlinkClick r:id="rId2" action="ppaction://hlinksldjump"/>
          </p:cNvPr>
          <p:cNvSpPr/>
          <p:nvPr/>
        </p:nvSpPr>
        <p:spPr>
          <a:xfrm>
            <a:off x="4214810" y="4214818"/>
            <a:ext cx="1042416" cy="1042416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0</a:t>
            </a:r>
            <a:endParaRPr lang="ru-RU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CEF71-86B6-4620-8691-0CAD202ED98C}" type="datetime9">
              <a:rPr lang="ru-RU" smtClean="0"/>
              <a:pPr/>
              <a:t>10.06.2023 12:06:41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sp>
        <p:nvSpPr>
          <p:cNvPr id="15" name="Багетная рамка 14">
            <a:hlinkClick r:id="rId2" action="ppaction://hlinksldjump"/>
          </p:cNvPr>
          <p:cNvSpPr/>
          <p:nvPr/>
        </p:nvSpPr>
        <p:spPr>
          <a:xfrm>
            <a:off x="3214678" y="2214554"/>
            <a:ext cx="1042416" cy="1042416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4</a:t>
            </a:r>
            <a:endParaRPr lang="ru-RU" dirty="0"/>
          </a:p>
        </p:txBody>
      </p:sp>
      <p:sp>
        <p:nvSpPr>
          <p:cNvPr id="16" name="Багетная рамка 15">
            <a:hlinkClick r:id="rId2" action="ppaction://hlinksldjump"/>
          </p:cNvPr>
          <p:cNvSpPr/>
          <p:nvPr/>
        </p:nvSpPr>
        <p:spPr>
          <a:xfrm>
            <a:off x="4214810" y="2214554"/>
            <a:ext cx="1042416" cy="1042416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5</a:t>
            </a:r>
            <a:endParaRPr lang="ru-RU" dirty="0"/>
          </a:p>
        </p:txBody>
      </p:sp>
      <p:sp>
        <p:nvSpPr>
          <p:cNvPr id="17" name="Багетная рамка 16">
            <a:hlinkClick r:id="rId2" action="ppaction://hlinksldjump"/>
          </p:cNvPr>
          <p:cNvSpPr/>
          <p:nvPr/>
        </p:nvSpPr>
        <p:spPr>
          <a:xfrm>
            <a:off x="5214942" y="2214554"/>
            <a:ext cx="1042416" cy="1042416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6</a:t>
            </a:r>
            <a:endParaRPr lang="ru-RU" dirty="0"/>
          </a:p>
        </p:txBody>
      </p:sp>
      <p:sp>
        <p:nvSpPr>
          <p:cNvPr id="18" name="Багетная рамка 17">
            <a:hlinkClick r:id="rId2" action="ppaction://hlinksldjump"/>
          </p:cNvPr>
          <p:cNvSpPr/>
          <p:nvPr/>
        </p:nvSpPr>
        <p:spPr>
          <a:xfrm>
            <a:off x="3214678" y="1214422"/>
            <a:ext cx="1042416" cy="1042416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19" name="Багетная рамка 18">
            <a:hlinkClick r:id="rId2" action="ppaction://hlinksldjump"/>
          </p:cNvPr>
          <p:cNvSpPr/>
          <p:nvPr/>
        </p:nvSpPr>
        <p:spPr>
          <a:xfrm>
            <a:off x="4214810" y="1214422"/>
            <a:ext cx="1042416" cy="1042416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20" name="Багетная рамка 19">
            <a:hlinkClick r:id="rId2" action="ppaction://hlinksldjump"/>
          </p:cNvPr>
          <p:cNvSpPr/>
          <p:nvPr/>
        </p:nvSpPr>
        <p:spPr>
          <a:xfrm>
            <a:off x="5214942" y="1214422"/>
            <a:ext cx="1042416" cy="1042416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3</a:t>
            </a:r>
            <a:endParaRPr lang="ru-RU" dirty="0"/>
          </a:p>
        </p:txBody>
      </p:sp>
      <p:sp>
        <p:nvSpPr>
          <p:cNvPr id="21" name="Багетная рамка 20">
            <a:hlinkClick r:id="rId2" action="ppaction://hlinksldjump"/>
          </p:cNvPr>
          <p:cNvSpPr/>
          <p:nvPr/>
        </p:nvSpPr>
        <p:spPr>
          <a:xfrm>
            <a:off x="3214678" y="3214686"/>
            <a:ext cx="1042416" cy="1042416"/>
          </a:xfrm>
          <a:prstGeom prst="bevel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7</a:t>
            </a:r>
            <a:endParaRPr lang="ru-RU" dirty="0"/>
          </a:p>
        </p:txBody>
      </p:sp>
      <p:sp>
        <p:nvSpPr>
          <p:cNvPr id="22" name="Багетная рамка 21">
            <a:hlinkClick r:id="rId2" action="ppaction://hlinksldjump"/>
          </p:cNvPr>
          <p:cNvSpPr/>
          <p:nvPr/>
        </p:nvSpPr>
        <p:spPr>
          <a:xfrm>
            <a:off x="4214810" y="3214686"/>
            <a:ext cx="1042416" cy="1042416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8</a:t>
            </a:r>
            <a:endParaRPr lang="ru-RU" dirty="0"/>
          </a:p>
        </p:txBody>
      </p:sp>
      <p:sp>
        <p:nvSpPr>
          <p:cNvPr id="23" name="Багетная рамка 22">
            <a:hlinkClick r:id="rId3" action="ppaction://hlinksldjump"/>
          </p:cNvPr>
          <p:cNvSpPr/>
          <p:nvPr/>
        </p:nvSpPr>
        <p:spPr>
          <a:xfrm>
            <a:off x="5214942" y="3214686"/>
            <a:ext cx="1042416" cy="1042416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9</a:t>
            </a:r>
            <a:endParaRPr lang="ru-RU" dirty="0"/>
          </a:p>
        </p:txBody>
      </p:sp>
      <p:sp>
        <p:nvSpPr>
          <p:cNvPr id="24" name="Багетная рамка 23">
            <a:hlinkClick r:id="rId2" action="ppaction://hlinksldjump"/>
          </p:cNvPr>
          <p:cNvSpPr/>
          <p:nvPr/>
        </p:nvSpPr>
        <p:spPr>
          <a:xfrm>
            <a:off x="4214810" y="4214818"/>
            <a:ext cx="1042416" cy="1042416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0</a:t>
            </a:r>
            <a:endParaRPr lang="ru-RU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14282" y="428604"/>
            <a:ext cx="647786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 smtClean="0"/>
              <a:t>An simple puzzle game..?</a:t>
            </a:r>
          </a:p>
        </p:txBody>
      </p:sp>
      <p:sp>
        <p:nvSpPr>
          <p:cNvPr id="8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A43DA-3653-4011-8EDB-C8893747806E}" type="datetime9">
              <a:rPr lang="ru-RU" smtClean="0"/>
              <a:pPr/>
              <a:t>10.06.2023 12:06:41</a:t>
            </a:fld>
            <a:endParaRPr lang="ru-RU"/>
          </a:p>
        </p:txBody>
      </p:sp>
      <p:sp>
        <p:nvSpPr>
          <p:cNvPr id="9" name="Нижний колонтитул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sp>
        <p:nvSpPr>
          <p:cNvPr id="11" name="Управляющая кнопка: далее 10">
            <a:hlinkClick r:id="rId3" action="ppaction://hlinksldjump" highlightClick="1">
              <a:snd r:embed="rId4" name="buttonclick.wav"/>
            </a:hlinkClick>
            <a:hlinkHover r:id="" action="ppaction://noaction">
              <a:snd r:embed="rId5" name="buttonrollover.wav"/>
            </a:hlinkHover>
          </p:cNvPr>
          <p:cNvSpPr/>
          <p:nvPr/>
        </p:nvSpPr>
        <p:spPr>
          <a:xfrm>
            <a:off x="0" y="1428736"/>
            <a:ext cx="500034" cy="500066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Управляющая кнопка: сведения 11">
            <a:hlinkClick r:id="rId6" action="ppaction://hlinksldjump" highlightClick="1">
              <a:snd r:embed="rId4" name="buttonclick.wav"/>
            </a:hlinkClick>
            <a:hlinkHover r:id="" action="ppaction://noaction">
              <a:snd r:embed="rId5" name="buttonrollover.wav"/>
            </a:hlinkHover>
          </p:cNvPr>
          <p:cNvSpPr/>
          <p:nvPr/>
        </p:nvSpPr>
        <p:spPr>
          <a:xfrm>
            <a:off x="0" y="2071678"/>
            <a:ext cx="500034" cy="500066"/>
          </a:xfrm>
          <a:prstGeom prst="actionButtonInform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Управляющая кнопка: возврат 12">
            <a:hlinkClick r:id="" action="ppaction://hlinkshowjump?jump=endshow" highlightClick="1">
              <a:snd r:embed="rId4" name="buttonclick.wav"/>
            </a:hlinkClick>
            <a:hlinkHover r:id="" action="ppaction://noaction">
              <a:snd r:embed="rId5" name="buttonrollover.wav"/>
            </a:hlinkHover>
          </p:cNvPr>
          <p:cNvSpPr/>
          <p:nvPr/>
        </p:nvSpPr>
        <p:spPr>
          <a:xfrm>
            <a:off x="0" y="2714620"/>
            <a:ext cx="500034" cy="571504"/>
          </a:xfrm>
          <a:prstGeom prst="actionButtonRetur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571472" y="1500174"/>
            <a:ext cx="1500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Play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472" y="2143116"/>
            <a:ext cx="1500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Credits’N’Info</a:t>
            </a:r>
            <a:endParaRPr lang="ru-RU" dirty="0"/>
          </a:p>
        </p:txBody>
      </p:sp>
      <p:sp>
        <p:nvSpPr>
          <p:cNvPr id="17" name="TextBox 16"/>
          <p:cNvSpPr txBox="1"/>
          <p:nvPr/>
        </p:nvSpPr>
        <p:spPr>
          <a:xfrm>
            <a:off x="642910" y="2786058"/>
            <a:ext cx="1500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Quit</a:t>
            </a:r>
            <a:endParaRPr lang="ru-RU" dirty="0"/>
          </a:p>
        </p:txBody>
      </p:sp>
      <p:sp>
        <p:nvSpPr>
          <p:cNvPr id="15" name="Багетная рамка 14">
            <a:hlinkClick r:id="rId7" action="ppaction://hlinksldjump"/>
          </p:cNvPr>
          <p:cNvSpPr/>
          <p:nvPr/>
        </p:nvSpPr>
        <p:spPr>
          <a:xfrm>
            <a:off x="7000892" y="5500702"/>
            <a:ext cx="2143108" cy="1357298"/>
          </a:xfrm>
          <a:prstGeom prst="bevel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Bypass.</a:t>
            </a:r>
            <a:endParaRPr lang="ru-RU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garag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3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3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  <p:bldP spid="11" grpId="0" animBg="1"/>
      <p:bldP spid="12" grpId="0" animBg="1"/>
      <p:bldP spid="13" grpId="0" animBg="1"/>
      <p:bldP spid="14" grpId="0"/>
      <p:bldP spid="16" grpId="0"/>
      <p:bldP spid="1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A4B3A-72FB-44D9-85F5-ACE2273BDC1A}" type="datetime9">
              <a:rPr lang="ru-RU" smtClean="0"/>
              <a:pPr/>
              <a:t>10.06.2023 12:06:42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3642045" y="0"/>
            <a:ext cx="55019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 smtClean="0"/>
              <a:t>CREDITS AND INFO</a:t>
            </a:r>
            <a:endParaRPr lang="ru-RU" sz="5400" dirty="0"/>
          </a:p>
        </p:txBody>
      </p:sp>
      <p:sp>
        <p:nvSpPr>
          <p:cNvPr id="7" name="TextBox 6"/>
          <p:cNvSpPr txBox="1"/>
          <p:nvPr/>
        </p:nvSpPr>
        <p:spPr>
          <a:xfrm>
            <a:off x="0" y="1000108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/>
              <a:t>$&gt;Made by: Ivan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0" y="1357298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/>
              <a:t>$&gt;PowerPoint version: OG unmodified 2007</a:t>
            </a:r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0" y="1714488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/>
              <a:t>$&gt;OS Version: Windows 7 86x</a:t>
            </a: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0" y="2071678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/>
              <a:t>$&gt;Started development: 4/15/2023</a:t>
            </a:r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0" y="2428868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/>
              <a:t>$&gt;VBA available?: No</a:t>
            </a:r>
            <a:endParaRPr lang="ru-RU" dirty="0"/>
          </a:p>
        </p:txBody>
      </p:sp>
      <p:sp>
        <p:nvSpPr>
          <p:cNvPr id="12" name="TextBox 11"/>
          <p:cNvSpPr txBox="1"/>
          <p:nvPr/>
        </p:nvSpPr>
        <p:spPr>
          <a:xfrm>
            <a:off x="0" y="2786058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/>
              <a:t>$&gt;Release date: [REDACTED]</a:t>
            </a:r>
            <a:endParaRPr lang="ru-RU" dirty="0"/>
          </a:p>
        </p:txBody>
      </p:sp>
      <p:sp>
        <p:nvSpPr>
          <p:cNvPr id="13" name="TextBox 12"/>
          <p:cNvSpPr txBox="1"/>
          <p:nvPr/>
        </p:nvSpPr>
        <p:spPr>
          <a:xfrm>
            <a:off x="0" y="3143248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/>
              <a:t>$&gt;Is experimental?: Yes</a:t>
            </a:r>
            <a:endParaRPr lang="ru-RU" dirty="0"/>
          </a:p>
        </p:txBody>
      </p:sp>
      <p:sp>
        <p:nvSpPr>
          <p:cNvPr id="14" name="Прямоугольник 13">
            <a:hlinkClick r:id="rId2" action="ppaction://hlinksldjump"/>
          </p:cNvPr>
          <p:cNvSpPr/>
          <p:nvPr/>
        </p:nvSpPr>
        <p:spPr>
          <a:xfrm>
            <a:off x="0" y="0"/>
            <a:ext cx="214282" cy="2857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Управляющая кнопка: назад 14">
            <a:hlinkClick r:id="" action="ppaction://hlinkshowjump?jump=firstslide" highlightClick="1">
              <a:snd r:embed="rId3" name="buttonclick.wav"/>
            </a:hlinkClick>
            <a:hlinkHover r:id="" action="ppaction://noaction">
              <a:snd r:embed="rId4" name="buttonrollover.wav"/>
            </a:hlinkHover>
          </p:cNvPr>
          <p:cNvSpPr/>
          <p:nvPr/>
        </p:nvSpPr>
        <p:spPr>
          <a:xfrm>
            <a:off x="0" y="5072074"/>
            <a:ext cx="1357290" cy="714380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/>
          <p:cNvSpPr txBox="1"/>
          <p:nvPr/>
        </p:nvSpPr>
        <p:spPr>
          <a:xfrm>
            <a:off x="0" y="3500438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/>
              <a:t>$&gt;Sound original source: </a:t>
            </a:r>
            <a:r>
              <a:rPr lang="en-US" dirty="0" err="1" smtClean="0"/>
              <a:t>VALVe</a:t>
            </a:r>
            <a:r>
              <a:rPr lang="en-US" dirty="0" smtClean="0"/>
              <a:t> Corporations (Half-Life 2 Source Code Leak)</a:t>
            </a:r>
            <a:endParaRPr lang="ru-RU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B48D0-22F7-452B-9A5D-BB8600BECFF2}" type="datetime9">
              <a:rPr lang="ru-RU" smtClean="0"/>
              <a:pPr/>
              <a:t>10.06.2023 12:06:42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pic>
        <p:nvPicPr>
          <p:cNvPr id="3789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0" y="2285992"/>
            <a:ext cx="914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solidFill>
                  <a:schemeClr val="bg1"/>
                </a:solidFill>
              </a:rPr>
              <a:t>Thank you.</a:t>
            </a:r>
            <a:endParaRPr lang="ru-RU" sz="1200" b="1" dirty="0">
              <a:solidFill>
                <a:schemeClr val="bg1"/>
              </a:solidFill>
            </a:endParaRPr>
          </a:p>
        </p:txBody>
      </p:sp>
      <p:pic>
        <p:nvPicPr>
          <p:cNvPr id="7" name="HL2_song10.mp3">
            <a:hlinkClick r:id="" action="ppaction://media"/>
          </p:cNvPr>
          <p:cNvPicPr>
            <a:picLocks noRot="1" noChangeAspect="1"/>
          </p:cNvPicPr>
          <p:nvPr>
            <a:audioFile r:link="rId1"/>
          </p:nvPr>
        </p:nvPicPr>
        <p:blipFill>
          <a:blip r:embed="rId4"/>
          <a:stretch>
            <a:fillRect/>
          </a:stretch>
        </p:blipFill>
        <p:spPr>
          <a:xfrm>
            <a:off x="4214810" y="-857280"/>
            <a:ext cx="304800" cy="304800"/>
          </a:xfrm>
          <a:prstGeom prst="rect">
            <a:avLst/>
          </a:prstGeom>
        </p:spPr>
      </p:pic>
    </p:spTree>
  </p:cSld>
  <p:clrMapOvr>
    <a:masterClrMapping/>
  </p:clrMapOvr>
  <p:transition advTm="39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xit" presetSubtype="0" fill="hold" grpId="0" nodeType="afterEffect">
                                  <p:stCondLst>
                                    <p:cond delay="29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00000" showWhenStopped="0">
                <p:cTn id="11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  <p:bldLst>
      <p:bldP spid="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3C174-44EB-4028-AA4B-082EE46EA1D2}" type="datetime9">
              <a:rPr lang="ru-RU" smtClean="0"/>
              <a:pPr/>
              <a:t>10.06.2023 12:06:42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  <p:transition advTm="6000">
    <p:sndAc>
      <p:stSnd>
        <p:snd r:embed="rId2" name="apc_firstgear_loop1.wav"/>
      </p:stSnd>
    </p:sndAc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63120-987D-4E6A-9126-9FC8277C05B0}" type="datetime9">
              <a:rPr lang="ru-RU" smtClean="0"/>
              <a:pPr/>
              <a:t>10.06.2023 12:06:43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pic>
        <p:nvPicPr>
          <p:cNvPr id="9" name="HL2_Song14.mp3">
            <a:hlinkClick r:id="" action="ppaction://media"/>
          </p:cNvPr>
          <p:cNvPicPr>
            <a:picLocks noRot="1" noChangeAspect="1"/>
          </p:cNvPicPr>
          <p:nvPr>
            <a:audioFile r:link="rId1"/>
          </p:nvPr>
        </p:nvPicPr>
        <p:blipFill>
          <a:blip r:embed="rId3"/>
          <a:stretch>
            <a:fillRect/>
          </a:stretch>
        </p:blipFill>
        <p:spPr>
          <a:xfrm>
            <a:off x="0" y="-714404"/>
            <a:ext cx="304800" cy="304800"/>
          </a:xfrm>
          <a:prstGeom prst="rect">
            <a:avLst/>
          </a:prstGeom>
        </p:spPr>
      </p:pic>
      <p:sp>
        <p:nvSpPr>
          <p:cNvPr id="19" name="Полилиния 18">
            <a:hlinkHover r:id="" action="ppaction://hlinkshowjump?jump=endshow">
              <a:snd r:embed="rId4" name="Hit2.wav"/>
            </a:hlinkHover>
          </p:cNvPr>
          <p:cNvSpPr/>
          <p:nvPr/>
        </p:nvSpPr>
        <p:spPr>
          <a:xfrm>
            <a:off x="-3786246" y="4429132"/>
            <a:ext cx="18843172" cy="816427"/>
          </a:xfrm>
          <a:custGeom>
            <a:avLst/>
            <a:gdLst>
              <a:gd name="connsiteX0" fmla="*/ 0 w 18843172"/>
              <a:gd name="connsiteY0" fmla="*/ 604156 h 816427"/>
              <a:gd name="connsiteX1" fmla="*/ 1175657 w 18843172"/>
              <a:gd name="connsiteY1" fmla="*/ 146956 h 816427"/>
              <a:gd name="connsiteX2" fmla="*/ 2351314 w 18843172"/>
              <a:gd name="connsiteY2" fmla="*/ 604156 h 816427"/>
              <a:gd name="connsiteX3" fmla="*/ 4310743 w 18843172"/>
              <a:gd name="connsiteY3" fmla="*/ 146956 h 816427"/>
              <a:gd name="connsiteX4" fmla="*/ 5747657 w 18843172"/>
              <a:gd name="connsiteY4" fmla="*/ 702128 h 816427"/>
              <a:gd name="connsiteX5" fmla="*/ 7543800 w 18843172"/>
              <a:gd name="connsiteY5" fmla="*/ 146956 h 816427"/>
              <a:gd name="connsiteX6" fmla="*/ 9307286 w 18843172"/>
              <a:gd name="connsiteY6" fmla="*/ 800099 h 816427"/>
              <a:gd name="connsiteX7" fmla="*/ 10613572 w 18843172"/>
              <a:gd name="connsiteY7" fmla="*/ 48985 h 816427"/>
              <a:gd name="connsiteX8" fmla="*/ 12605657 w 18843172"/>
              <a:gd name="connsiteY8" fmla="*/ 800099 h 816427"/>
              <a:gd name="connsiteX9" fmla="*/ 14532429 w 18843172"/>
              <a:gd name="connsiteY9" fmla="*/ 16328 h 816427"/>
              <a:gd name="connsiteX10" fmla="*/ 16622486 w 18843172"/>
              <a:gd name="connsiteY10" fmla="*/ 702128 h 816427"/>
              <a:gd name="connsiteX11" fmla="*/ 18843172 w 18843172"/>
              <a:gd name="connsiteY11" fmla="*/ 48985 h 8164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8843172" h="816427">
                <a:moveTo>
                  <a:pt x="0" y="604156"/>
                </a:moveTo>
                <a:cubicBezTo>
                  <a:pt x="391885" y="375556"/>
                  <a:pt x="783771" y="146956"/>
                  <a:pt x="1175657" y="146956"/>
                </a:cubicBezTo>
                <a:cubicBezTo>
                  <a:pt x="1567543" y="146956"/>
                  <a:pt x="1828800" y="604156"/>
                  <a:pt x="2351314" y="604156"/>
                </a:cubicBezTo>
                <a:cubicBezTo>
                  <a:pt x="2873828" y="604156"/>
                  <a:pt x="3744686" y="130627"/>
                  <a:pt x="4310743" y="146956"/>
                </a:cubicBezTo>
                <a:cubicBezTo>
                  <a:pt x="4876800" y="163285"/>
                  <a:pt x="5208814" y="702128"/>
                  <a:pt x="5747657" y="702128"/>
                </a:cubicBezTo>
                <a:cubicBezTo>
                  <a:pt x="6286500" y="702128"/>
                  <a:pt x="6950529" y="130628"/>
                  <a:pt x="7543800" y="146956"/>
                </a:cubicBezTo>
                <a:cubicBezTo>
                  <a:pt x="8137071" y="163284"/>
                  <a:pt x="8795657" y="816427"/>
                  <a:pt x="9307286" y="800099"/>
                </a:cubicBezTo>
                <a:cubicBezTo>
                  <a:pt x="9818915" y="783771"/>
                  <a:pt x="10063844" y="48985"/>
                  <a:pt x="10613572" y="48985"/>
                </a:cubicBezTo>
                <a:cubicBezTo>
                  <a:pt x="11163300" y="48985"/>
                  <a:pt x="11952514" y="805542"/>
                  <a:pt x="12605657" y="800099"/>
                </a:cubicBezTo>
                <a:cubicBezTo>
                  <a:pt x="13258800" y="794656"/>
                  <a:pt x="13862958" y="32656"/>
                  <a:pt x="14532429" y="16328"/>
                </a:cubicBezTo>
                <a:cubicBezTo>
                  <a:pt x="15201900" y="0"/>
                  <a:pt x="15904029" y="696685"/>
                  <a:pt x="16622486" y="702128"/>
                </a:cubicBezTo>
                <a:cubicBezTo>
                  <a:pt x="17340943" y="707571"/>
                  <a:pt x="18315215" y="108857"/>
                  <a:pt x="18843172" y="48985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hlinkHover r:id="" action="ppaction://hlinkshowjump?jump=endshow">
              <a:snd r:embed="rId5" name="pl_fallpain3.wav"/>
            </a:hlinkHover>
          </p:cNvPr>
          <p:cNvSpPr/>
          <p:nvPr/>
        </p:nvSpPr>
        <p:spPr>
          <a:xfrm rot="1183977">
            <a:off x="11037507" y="2912290"/>
            <a:ext cx="1928826" cy="43577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hlinkClick r:id="rId6" action="ppaction://hlinksldjump"/>
            <a:hlinkHover r:id="" action="ppaction://hlinkshowjump?jump=endshow">
              <a:snd r:embed="rId5" name="pl_fallpain3.wav"/>
            </a:hlinkHover>
          </p:cNvPr>
          <p:cNvSpPr/>
          <p:nvPr/>
        </p:nvSpPr>
        <p:spPr>
          <a:xfrm>
            <a:off x="11858676" y="2643182"/>
            <a:ext cx="2286016" cy="42148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>
            <a:hlinkHover r:id="" action="ppaction://hlinkshowjump?jump=endshow">
              <a:snd r:embed="rId7" name="attach.wav"/>
            </a:hlinkHover>
          </p:cNvPr>
          <p:cNvSpPr/>
          <p:nvPr/>
        </p:nvSpPr>
        <p:spPr>
          <a:xfrm>
            <a:off x="10215602" y="-714404"/>
            <a:ext cx="500066" cy="30003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32-конечная звезда 28">
            <a:hlinkHover r:id="" action="ppaction://hlinkshowjump?jump=endshow">
              <a:snd r:embed="rId8" name="mh_blade_snick2.wav"/>
            </a:hlinkHover>
          </p:cNvPr>
          <p:cNvSpPr/>
          <p:nvPr/>
        </p:nvSpPr>
        <p:spPr>
          <a:xfrm>
            <a:off x="9144000" y="3286124"/>
            <a:ext cx="2857520" cy="3000396"/>
          </a:xfrm>
          <a:prstGeom prst="star3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/>
          <p:cNvSpPr txBox="1"/>
          <p:nvPr/>
        </p:nvSpPr>
        <p:spPr>
          <a:xfrm>
            <a:off x="2786050" y="285728"/>
            <a:ext cx="282726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You are entering:</a:t>
            </a:r>
          </a:p>
          <a:p>
            <a:pPr algn="ctr"/>
            <a:r>
              <a:rPr lang="en-US" sz="3200" dirty="0" err="1" smtClean="0"/>
              <a:t>Dangerland</a:t>
            </a:r>
            <a:endParaRPr lang="ru-RU" sz="3200" dirty="0"/>
          </a:p>
        </p:txBody>
      </p:sp>
      <p:sp>
        <p:nvSpPr>
          <p:cNvPr id="11" name="Умножение 10"/>
          <p:cNvSpPr/>
          <p:nvPr/>
        </p:nvSpPr>
        <p:spPr>
          <a:xfrm>
            <a:off x="4071934" y="3071810"/>
            <a:ext cx="1000132" cy="92869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ransition advClick="0" advTm="24000">
    <p:spli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1" nodeType="with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3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35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35" presetClass="path" presetSubtype="0" fill="hold" grpId="0" nodeType="withEffect">
                                  <p:stCondLst>
                                    <p:cond delay="12000"/>
                                  </p:stCondLst>
                                  <p:childTnLst>
                                    <p:animMotion origin="layout" path="M -2.22045E-16 3.33333E-6 L -1.66163 -0.01135 " pathEditMode="relative" rAng="0" ptsTypes="AA">
                                      <p:cBhvr>
                                        <p:cTn id="1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31" y="-6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35" presetClass="path" presetSubtype="0" fill="hold" grpId="0" nodeType="withEffect">
                                  <p:stCondLst>
                                    <p:cond delay="12000"/>
                                  </p:stCondLst>
                                  <p:childTnLst>
                                    <p:animMotion origin="layout" path="M -4.16667E-6 1.11111E-6 L -1.61441 1.11111E-6 " pathEditMode="relative" rAng="0" ptsTypes="AA">
                                      <p:cBhvr>
                                        <p:cTn id="2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07" y="0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35" presetClass="path" presetSubtype="0" fill="hold" grpId="0" nodeType="withEffect">
                                  <p:stCondLst>
                                    <p:cond delay="12000"/>
                                  </p:stCondLst>
                                  <p:childTnLst>
                                    <p:animMotion origin="layout" path="M -4.44444E-6 -3.33333E-6 L -1.37673 -0.01365 " pathEditMode="relative" rAng="0" ptsTypes="AA">
                                      <p:cBhvr>
                                        <p:cTn id="22" dur="3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88" y="-7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accel="50000" fill="hold" grpId="1" nodeType="withEffect">
                                  <p:stCondLst>
                                    <p:cond delay="15000"/>
                                  </p:stCondLst>
                                  <p:childTnLst>
                                    <p:animMotion origin="layout" path="M 0 0 L -1.15694 -0.00949 L -1.16059 -0.69537 L -0.15 -0.68565 L -0.15 0.03333 L -1.16059 -0.00486 L -1.16771 -0.68565 L -0.66788 -0.68565 L -0.66076 0.79051 " pathEditMode="relative" ptsTypes="AAAAAAAAA">
                                      <p:cBhvr>
                                        <p:cTn id="24" dur="5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2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numSld="2">
                <p:cTn id="28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9" grpId="0" animBg="1"/>
      <p:bldP spid="29" grpId="1" animBg="1"/>
      <p:bldP spid="10" grpId="0"/>
      <p:bldP spid="10" grpId="1"/>
      <p:bldP spid="11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D9417-FDB2-4BE2-998E-D2B6528AF63F}" type="datetime9">
              <a:rPr lang="ru-RU" smtClean="0"/>
              <a:pPr/>
              <a:t>10.06.2023 12:06:43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sp>
        <p:nvSpPr>
          <p:cNvPr id="4" name="Умножение 3"/>
          <p:cNvSpPr/>
          <p:nvPr/>
        </p:nvSpPr>
        <p:spPr>
          <a:xfrm>
            <a:off x="4071934" y="3071810"/>
            <a:ext cx="1000132" cy="928694"/>
          </a:xfrm>
          <a:prstGeom prst="mathMultiply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Багетная рамка 4">
            <a:hlinkHover r:id="" action="ppaction://hlinkshowjump?jump=endshow">
              <a:snd r:embed="rId3" name="Generator1LP.wav"/>
            </a:hlinkHover>
          </p:cNvPr>
          <p:cNvSpPr/>
          <p:nvPr/>
        </p:nvSpPr>
        <p:spPr>
          <a:xfrm>
            <a:off x="2428860" y="1714488"/>
            <a:ext cx="1714512" cy="3000396"/>
          </a:xfrm>
          <a:prstGeom prst="bevel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Багетная рамка 5">
            <a:hlinkHover r:id="" action="ppaction://hlinkshowjump?jump=endshow">
              <a:snd r:embed="rId3" name="Generator1LP.wav"/>
            </a:hlinkHover>
          </p:cNvPr>
          <p:cNvSpPr/>
          <p:nvPr/>
        </p:nvSpPr>
        <p:spPr>
          <a:xfrm>
            <a:off x="5072066" y="0"/>
            <a:ext cx="4071934" cy="6858000"/>
          </a:xfrm>
          <a:prstGeom prst="bevel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                                           </a:t>
            </a:r>
            <a:endParaRPr lang="ru-RU" dirty="0"/>
          </a:p>
        </p:txBody>
      </p:sp>
      <p:sp>
        <p:nvSpPr>
          <p:cNvPr id="7" name="Багетная рамка 6">
            <a:hlinkHover r:id="" action="ppaction://hlinkshowjump?jump=endshow">
              <a:snd r:embed="rId3" name="Generator1LP.wav"/>
            </a:hlinkHover>
          </p:cNvPr>
          <p:cNvSpPr/>
          <p:nvPr/>
        </p:nvSpPr>
        <p:spPr>
          <a:xfrm>
            <a:off x="0" y="0"/>
            <a:ext cx="5072066" cy="1000108"/>
          </a:xfrm>
          <a:prstGeom prst="bevel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Багетная рамка 7">
            <a:hlinkHover r:id="" action="ppaction://hlinkshowjump?jump=endshow">
              <a:snd r:embed="rId3" name="Generator1LP.wav"/>
            </a:hlinkHover>
          </p:cNvPr>
          <p:cNvSpPr/>
          <p:nvPr/>
        </p:nvSpPr>
        <p:spPr>
          <a:xfrm>
            <a:off x="0" y="1000108"/>
            <a:ext cx="1714480" cy="5857892"/>
          </a:xfrm>
          <a:prstGeom prst="bevel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Багетная рамка 8">
            <a:hlinkHover r:id="" action="ppaction://hlinkshowjump?jump=endshow">
              <a:snd r:embed="rId3" name="Generator1LP.wav"/>
            </a:hlinkHover>
          </p:cNvPr>
          <p:cNvSpPr/>
          <p:nvPr/>
        </p:nvSpPr>
        <p:spPr>
          <a:xfrm>
            <a:off x="1714480" y="5429264"/>
            <a:ext cx="3357586" cy="1428736"/>
          </a:xfrm>
          <a:prstGeom prst="bevel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Багетная рамка 9">
            <a:hlinkHover r:id="" action="ppaction://hlinkshowjump?jump=endshow">
              <a:snd r:embed="rId3" name="Generator1LP.wav"/>
            </a:hlinkHover>
          </p:cNvPr>
          <p:cNvSpPr/>
          <p:nvPr/>
        </p:nvSpPr>
        <p:spPr>
          <a:xfrm>
            <a:off x="4143372" y="4214818"/>
            <a:ext cx="928694" cy="500066"/>
          </a:xfrm>
          <a:prstGeom prst="bevel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Багетная рамка 10">
            <a:hlinkHover r:id="rId4" action="ppaction://hlinksldjump">
              <a:snd r:embed="rId5" name="gate_stop1.wav"/>
            </a:hlinkHover>
          </p:cNvPr>
          <p:cNvSpPr/>
          <p:nvPr/>
        </p:nvSpPr>
        <p:spPr>
          <a:xfrm>
            <a:off x="4429124" y="4714884"/>
            <a:ext cx="642942" cy="714380"/>
          </a:xfrm>
          <a:prstGeom prst="bevel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hlinkClick r:id="" action="ppaction://hlinkshowjump?jump=nextslide"/>
          </p:cNvPr>
          <p:cNvSpPr/>
          <p:nvPr/>
        </p:nvSpPr>
        <p:spPr>
          <a:xfrm>
            <a:off x="1714480" y="3357562"/>
            <a:ext cx="714380" cy="2857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3" name="Рисунок 12" descr="sadface_jumpscare.png">
            <a:hlinkHover r:id="" action="ppaction://hlinkshowjump?jump=endshow">
              <a:snd r:embed="rId6" name="hoot6.wav"/>
            </a:hlinkHover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-7501014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animMotion origin="layout" path="M -0.02361 -0.51273 L -0.03941 1.59375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" y="1053"/>
                                    </p:animMotion>
                                  </p:childTnLst>
                                  <p:subTnLst>
                                    <p:audio>
                                      <p:cMediaNode vol="100000"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go_alert2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DC842-61F0-4D70-9F2D-5C8690135A85}" type="datetime9">
              <a:rPr lang="ru-RU" smtClean="0"/>
              <a:pPr/>
              <a:t>10.06.2023 12:07:16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graphicFrame>
        <p:nvGraphicFramePr>
          <p:cNvPr id="4" name="Объект 3"/>
          <p:cNvGraphicFramePr>
            <a:graphicFrameLocks noChangeAspect="1"/>
          </p:cNvGraphicFramePr>
          <p:nvPr/>
        </p:nvGraphicFramePr>
        <p:xfrm>
          <a:off x="0" y="0"/>
          <a:ext cx="9144000" cy="6858016"/>
        </p:xfrm>
        <a:graphic>
          <a:graphicData uri="http://schemas.openxmlformats.org/presentationml/2006/ole">
            <p:oleObj spid="_x0000_s109569" name="Точечный рисунок" r:id="rId6" imgW="1800476" imgH="1800476" progId="PBrush">
              <p:embed/>
            </p:oleObj>
          </a:graphicData>
        </a:graphic>
      </p:graphicFrame>
      <p:pic>
        <p:nvPicPr>
          <p:cNvPr id="6" name="door_hit1.wav">
            <a:hlinkClick r:id="" action="ppaction://media"/>
          </p:cNvPr>
          <p:cNvPicPr>
            <a:picLocks noRot="1" noChangeAspect="1"/>
          </p:cNvPicPr>
          <p:nvPr>
            <a:wavAudioFile r:embed="rId2" name="door_hit1.wav"/>
          </p:nvPr>
        </p:nvPicPr>
        <p:blipFill>
          <a:blip r:embed="rId7"/>
          <a:stretch>
            <a:fillRect/>
          </a:stretch>
        </p:blipFill>
        <p:spPr>
          <a:xfrm>
            <a:off x="0" y="-304800"/>
            <a:ext cx="304800" cy="304800"/>
          </a:xfrm>
          <a:prstGeom prst="rect">
            <a:avLst/>
          </a:prstGeom>
        </p:spPr>
      </p:pic>
      <p:pic>
        <p:nvPicPr>
          <p:cNvPr id="7" name="go_alert1.wav">
            <a:hlinkClick r:id="" action="ppaction://media"/>
          </p:cNvPr>
          <p:cNvPicPr>
            <a:picLocks noRot="1" noChangeAspect="1"/>
          </p:cNvPicPr>
          <p:nvPr>
            <a:wavAudioFile r:embed="rId3" name="go_alert1.wav"/>
          </p:nvPr>
        </p:nvPicPr>
        <p:blipFill>
          <a:blip r:embed="rId8"/>
          <a:stretch>
            <a:fillRect/>
          </a:stretch>
        </p:blipFill>
        <p:spPr>
          <a:xfrm>
            <a:off x="0" y="-785842"/>
            <a:ext cx="304800" cy="304800"/>
          </a:xfrm>
          <a:prstGeom prst="rect">
            <a:avLst/>
          </a:prstGeom>
        </p:spPr>
      </p:pic>
    </p:spTree>
  </p:cSld>
  <p:clrMapOvr>
    <a:masterClrMapping/>
  </p:clrMapOvr>
  <p:transition advClick="0" advTm="8000">
    <p:sndAc>
      <p:stSnd>
        <p:snd r:embed="rId5" name="gate_stop1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19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919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728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00000">
                <p:cTn id="10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35000">
                <p:cTn id="11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14282" y="428604"/>
            <a:ext cx="647786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 smtClean="0"/>
              <a:t>An simple puzzle game..?</a:t>
            </a:r>
          </a:p>
        </p:txBody>
      </p:sp>
      <p:sp>
        <p:nvSpPr>
          <p:cNvPr id="8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CE4A8-CF26-4993-86D4-83751F26E2D3}" type="datetime9">
              <a:rPr lang="ru-RU" smtClean="0"/>
              <a:pPr/>
              <a:t>10.06.2023 12:10:38</a:t>
            </a:fld>
            <a:endParaRPr lang="ru-RU"/>
          </a:p>
        </p:txBody>
      </p:sp>
      <p:sp>
        <p:nvSpPr>
          <p:cNvPr id="9" name="Нижний колонтитул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sp>
        <p:nvSpPr>
          <p:cNvPr id="11" name="Управляющая кнопка: далее 10">
            <a:hlinkClick r:id="rId3" action="ppaction://hlinksldjump" highlightClick="1">
              <a:snd r:embed="rId4" name="buttonclick.wav"/>
            </a:hlinkClick>
            <a:hlinkHover r:id="" action="ppaction://noaction">
              <a:snd r:embed="rId5" name="buttonrollover.wav"/>
            </a:hlinkHover>
          </p:cNvPr>
          <p:cNvSpPr/>
          <p:nvPr/>
        </p:nvSpPr>
        <p:spPr>
          <a:xfrm>
            <a:off x="0" y="1428736"/>
            <a:ext cx="500034" cy="500066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Управляющая кнопка: сведения 11">
            <a:hlinkClick r:id="rId6" action="ppaction://hlinksldjump" highlightClick="1">
              <a:snd r:embed="rId4" name="buttonclick.wav"/>
            </a:hlinkClick>
            <a:hlinkHover r:id="" action="ppaction://noaction">
              <a:snd r:embed="rId5" name="buttonrollover.wav"/>
            </a:hlinkHover>
          </p:cNvPr>
          <p:cNvSpPr/>
          <p:nvPr/>
        </p:nvSpPr>
        <p:spPr>
          <a:xfrm>
            <a:off x="0" y="2071678"/>
            <a:ext cx="500034" cy="500066"/>
          </a:xfrm>
          <a:prstGeom prst="actionButtonInform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Управляющая кнопка: возврат 12">
            <a:hlinkClick r:id="" action="ppaction://hlinkshowjump?jump=endshow" highlightClick="1">
              <a:snd r:embed="rId4" name="buttonclick.wav"/>
            </a:hlinkClick>
            <a:hlinkHover r:id="" action="ppaction://noaction">
              <a:snd r:embed="rId5" name="buttonrollover.wav"/>
            </a:hlinkHover>
          </p:cNvPr>
          <p:cNvSpPr/>
          <p:nvPr/>
        </p:nvSpPr>
        <p:spPr>
          <a:xfrm>
            <a:off x="0" y="2714620"/>
            <a:ext cx="500034" cy="571504"/>
          </a:xfrm>
          <a:prstGeom prst="actionButtonRetur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571472" y="1500174"/>
            <a:ext cx="1500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Play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472" y="2143116"/>
            <a:ext cx="1500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Credits’N’Info</a:t>
            </a:r>
            <a:endParaRPr lang="ru-RU" dirty="0"/>
          </a:p>
        </p:txBody>
      </p:sp>
      <p:sp>
        <p:nvSpPr>
          <p:cNvPr id="17" name="TextBox 16"/>
          <p:cNvSpPr txBox="1"/>
          <p:nvPr/>
        </p:nvSpPr>
        <p:spPr>
          <a:xfrm>
            <a:off x="642910" y="2786058"/>
            <a:ext cx="1500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Quit</a:t>
            </a:r>
            <a:endParaRPr lang="ru-RU" dirty="0"/>
          </a:p>
        </p:txBody>
      </p:sp>
      <p:sp>
        <p:nvSpPr>
          <p:cNvPr id="15" name="Багетная рамка 14">
            <a:hlinkClick r:id="rId7" action="ppaction://hlinksldjump"/>
          </p:cNvPr>
          <p:cNvSpPr/>
          <p:nvPr/>
        </p:nvSpPr>
        <p:spPr>
          <a:xfrm>
            <a:off x="7000892" y="5500702"/>
            <a:ext cx="2143108" cy="1357298"/>
          </a:xfrm>
          <a:prstGeom prst="bevel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Bypass.</a:t>
            </a:r>
            <a:endParaRPr lang="ru-RU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garag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3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3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  <p:bldP spid="11" grpId="0" animBg="1"/>
      <p:bldP spid="12" grpId="0" animBg="1"/>
      <p:bldP spid="13" grpId="0" animBg="1"/>
      <p:bldP spid="14" grpId="0"/>
      <p:bldP spid="16" grpId="0"/>
      <p:bldP spid="17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4FA20-1866-4FF0-87D5-5782B208DBD5}" type="datetime9">
              <a:rPr lang="ru-RU" smtClean="0"/>
              <a:pPr/>
              <a:t>10.06.2023 12:13:01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0" y="2428868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 smtClean="0"/>
              <a:t>COMING SOON!</a:t>
            </a:r>
            <a:endParaRPr lang="ru-RU" sz="9600" dirty="0"/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1BC5C-D680-4698-94F2-371B80CC8331}" type="datetime9">
              <a:rPr lang="ru-RU" smtClean="0"/>
              <a:pPr/>
              <a:t>10.06.2023 12:07:09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sp>
        <p:nvSpPr>
          <p:cNvPr id="4" name="32-конечная звезда 3"/>
          <p:cNvSpPr/>
          <p:nvPr/>
        </p:nvSpPr>
        <p:spPr>
          <a:xfrm>
            <a:off x="5857884" y="1643050"/>
            <a:ext cx="2714612" cy="2714644"/>
          </a:xfrm>
          <a:prstGeom prst="star3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1285852" y="2000240"/>
            <a:ext cx="4580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 feel like, somebody’s using developer mode..!</a:t>
            </a:r>
            <a:endParaRPr lang="ru-RU" dirty="0"/>
          </a:p>
        </p:txBody>
      </p:sp>
    </p:spTree>
  </p:cSld>
  <p:clrMapOvr>
    <a:masterClrMapping/>
  </p:clrMapOvr>
  <p:transition advTm="4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0" presetClass="path" presetSubtype="0" decel="5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0 0 L 0.00156 -0.13334 L 0 0 Z " pathEditMode="relative" ptsTypes="AAA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audio>
                                      <p:cMediaNode vol="100000">
                                        <p:cTn display="0" masterRel="sameClick">
                                          <p:stCondLst>
                                            <p:cond evt="begin" delay="0">
                                              <p:tn val="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mh_blade_snick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5DF2C-D43F-4682-8164-842B8479B103}" type="datetime9">
              <a:rPr lang="ru-RU" smtClean="0"/>
              <a:pPr/>
              <a:t>10.06.2023 12:07:08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graphicFrame>
        <p:nvGraphicFramePr>
          <p:cNvPr id="6" name="Объект 5"/>
          <p:cNvGraphicFramePr>
            <a:graphicFrameLocks noChangeAspect="1"/>
          </p:cNvGraphicFramePr>
          <p:nvPr/>
        </p:nvGraphicFramePr>
        <p:xfrm>
          <a:off x="428596" y="1000108"/>
          <a:ext cx="3414244" cy="3000396"/>
        </p:xfrm>
        <a:graphic>
          <a:graphicData uri="http://schemas.openxmlformats.org/presentationml/2006/ole">
            <p:oleObj spid="_x0000_s37891" name="Точечный рисунок" r:id="rId4" imgW="2200582" imgH="1933333" progId="PBrush">
              <p:embed/>
            </p:oleObj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143240" y="2000240"/>
            <a:ext cx="1426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Same thing..!</a:t>
            </a:r>
            <a:endParaRPr lang="ru-RU" dirty="0"/>
          </a:p>
        </p:txBody>
      </p:sp>
    </p:spTree>
  </p:cSld>
  <p:clrMapOvr>
    <a:masterClrMapping/>
  </p:clrMapOvr>
  <p:transition advTm="1500">
    <p:sndAc>
      <p:stSnd>
        <p:snd r:embed="rId3" name="cbot_alert1.wav"/>
      </p:stSnd>
    </p:sndAc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B93FC-D099-4516-8B2C-AAEACFAE4076}" type="datetime9">
              <a:rPr lang="ru-RU" smtClean="0"/>
              <a:pPr/>
              <a:t>10.06.2023 12:07:08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graphicFrame>
        <p:nvGraphicFramePr>
          <p:cNvPr id="4" name="Объект 3"/>
          <p:cNvGraphicFramePr>
            <a:graphicFrameLocks noChangeAspect="1"/>
          </p:cNvGraphicFramePr>
          <p:nvPr/>
        </p:nvGraphicFramePr>
        <p:xfrm>
          <a:off x="6143636" y="285728"/>
          <a:ext cx="2643206" cy="2643206"/>
        </p:xfrm>
        <a:graphic>
          <a:graphicData uri="http://schemas.openxmlformats.org/presentationml/2006/ole">
            <p:oleObj spid="_x0000_s55298" name="Точечный рисунок" r:id="rId4" imgW="1800476" imgH="1800476" progId="PBrush">
              <p:embed/>
            </p:oleObj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929058" y="1000108"/>
            <a:ext cx="1702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Guess, who it is.</a:t>
            </a:r>
            <a:endParaRPr lang="ru-RU" dirty="0"/>
          </a:p>
        </p:txBody>
      </p:sp>
    </p:spTree>
  </p:cSld>
  <p:clrMapOvr>
    <a:masterClrMapping/>
  </p:clrMapOvr>
  <p:transition advTm="1500">
    <p:sndAc>
      <p:stSnd>
        <p:snd r:embed="rId3" name="attack6.wav"/>
      </p:stSnd>
    </p:sndAc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EAC87-A9AB-4E22-B0EF-7C4EFFE1EC72}" type="datetime9">
              <a:rPr lang="ru-RU" smtClean="0"/>
              <a:pPr/>
              <a:t>10.06.2023 12:07:01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graphicFrame>
        <p:nvGraphicFramePr>
          <p:cNvPr id="4" name="Объект 3"/>
          <p:cNvGraphicFramePr>
            <a:graphicFrameLocks noChangeAspect="1"/>
          </p:cNvGraphicFramePr>
          <p:nvPr/>
        </p:nvGraphicFramePr>
        <p:xfrm>
          <a:off x="3786182" y="2214554"/>
          <a:ext cx="1800225" cy="1800225"/>
        </p:xfrm>
        <a:graphic>
          <a:graphicData uri="http://schemas.openxmlformats.org/presentationml/2006/ole">
            <p:oleObj spid="_x0000_s72706" name="Точечный рисунок" r:id="rId3" imgW="1800476" imgH="1800476" progId="PBrush">
              <p:embed/>
            </p:oleObj>
          </a:graphicData>
        </a:graphic>
      </p:graphicFrame>
      <p:pic>
        <p:nvPicPr>
          <p:cNvPr id="6" name="Рисунок 5" descr="sadface_surpri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6380" y="2357430"/>
            <a:ext cx="2200582" cy="1819529"/>
          </a:xfrm>
          <a:prstGeom prst="rect">
            <a:avLst/>
          </a:prstGeom>
        </p:spPr>
      </p:pic>
      <p:sp>
        <p:nvSpPr>
          <p:cNvPr id="7" name="32-конечная звезда 6"/>
          <p:cNvSpPr/>
          <p:nvPr/>
        </p:nvSpPr>
        <p:spPr>
          <a:xfrm>
            <a:off x="1643042" y="2000240"/>
            <a:ext cx="2071702" cy="2071702"/>
          </a:xfrm>
          <a:prstGeom prst="star3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._.</a:t>
            </a: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F0CCE-6B85-4E15-B97E-0C0CA5444419}" type="datetime9">
              <a:rPr lang="ru-RU" smtClean="0"/>
              <a:pPr/>
              <a:t>10.06.2023 12:07:01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pic>
        <p:nvPicPr>
          <p:cNvPr id="5" name="hoot6.wav">
            <a:hlinkClick r:id="" action="ppaction://media"/>
          </p:cNvPr>
          <p:cNvPicPr>
            <a:picLocks noRot="1" noChangeAspect="1"/>
          </p:cNvPicPr>
          <p:nvPr>
            <a:wavAudioFile r:embed="rId2" name="hoot6.wav"/>
          </p:nvPr>
        </p:nvPicPr>
        <p:blipFill>
          <a:blip r:embed="rId4"/>
          <a:stretch>
            <a:fillRect/>
          </a:stretch>
        </p:blipFill>
        <p:spPr>
          <a:xfrm>
            <a:off x="-304800" y="0"/>
            <a:ext cx="304800" cy="304800"/>
          </a:xfrm>
          <a:prstGeom prst="rect">
            <a:avLst/>
          </a:prstGeom>
        </p:spPr>
      </p:pic>
      <p:graphicFrame>
        <p:nvGraphicFramePr>
          <p:cNvPr id="6" name="Объект 5"/>
          <p:cNvGraphicFramePr>
            <a:graphicFrameLocks noChangeAspect="1"/>
          </p:cNvGraphicFramePr>
          <p:nvPr/>
        </p:nvGraphicFramePr>
        <p:xfrm>
          <a:off x="0" y="0"/>
          <a:ext cx="9144000" cy="6858000"/>
        </p:xfrm>
        <a:graphic>
          <a:graphicData uri="http://schemas.openxmlformats.org/presentationml/2006/ole">
            <p:oleObj spid="_x0000_s123907" name="Точечный рисунок" r:id="rId5" imgW="5144218" imgH="3657143" progId="PBrush">
              <p:embed/>
            </p:oleObj>
          </a:graphicData>
        </a:graphic>
      </p:graphicFrame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9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936</TotalTime>
  <Words>484</Words>
  <PresentationFormat>Экран (4:3)</PresentationFormat>
  <Paragraphs>186</Paragraphs>
  <Slides>43</Slides>
  <Notes>0</Notes>
  <HiddenSlides>0</HiddenSlides>
  <MMClips>8</MMClips>
  <ScaleCrop>false</ScaleCrop>
  <HeadingPairs>
    <vt:vector size="6" baseType="variant"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43</vt:i4>
      </vt:variant>
    </vt:vector>
  </HeadingPairs>
  <TitlesOfParts>
    <vt:vector size="45" baseType="lpstr">
      <vt:lpstr>Тема Office</vt:lpstr>
      <vt:lpstr>Точечный рисунок</vt:lpstr>
      <vt:lpstr>Слайд 1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  <vt:lpstr>Слайд 13</vt:lpstr>
      <vt:lpstr>Слайд 14</vt:lpstr>
      <vt:lpstr>Слайд 15</vt:lpstr>
      <vt:lpstr>Слайд 16</vt:lpstr>
      <vt:lpstr>Слайд 17</vt:lpstr>
      <vt:lpstr>Слайд 18</vt:lpstr>
      <vt:lpstr>Слайд 19</vt:lpstr>
      <vt:lpstr>Слайд 20</vt:lpstr>
      <vt:lpstr>Слайд 21</vt:lpstr>
      <vt:lpstr>Слайд 22</vt:lpstr>
      <vt:lpstr>Слайд 23</vt:lpstr>
      <vt:lpstr>Слайд 24</vt:lpstr>
      <vt:lpstr>Слайд 25</vt:lpstr>
      <vt:lpstr>Слайд 26</vt:lpstr>
      <vt:lpstr>Слайд 27</vt:lpstr>
      <vt:lpstr>Слайд 28</vt:lpstr>
      <vt:lpstr>Слайд 29</vt:lpstr>
      <vt:lpstr>Слайд 30</vt:lpstr>
      <vt:lpstr>Слайд 31</vt:lpstr>
      <vt:lpstr>Слайд 32</vt:lpstr>
      <vt:lpstr>Слайд 33</vt:lpstr>
      <vt:lpstr>Слайд 34</vt:lpstr>
      <vt:lpstr>Слайд 35</vt:lpstr>
      <vt:lpstr>Слайд 36</vt:lpstr>
      <vt:lpstr>Слайд 37</vt:lpstr>
      <vt:lpstr>Слайд 38</vt:lpstr>
      <vt:lpstr>Слайд 39</vt:lpstr>
      <vt:lpstr>Слайд 40</vt:lpstr>
      <vt:lpstr>Слайд 41</vt:lpstr>
      <vt:lpstr>Слайд 42</vt:lpstr>
      <vt:lpstr>Слайд 43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Гость</dc:creator>
  <cp:lastModifiedBy>Гость</cp:lastModifiedBy>
  <cp:revision>21</cp:revision>
  <dcterms:created xsi:type="dcterms:W3CDTF">2023-04-15T10:15:35Z</dcterms:created>
  <dcterms:modified xsi:type="dcterms:W3CDTF">2023-06-10T09:17:13Z</dcterms:modified>
</cp:coreProperties>
</file>