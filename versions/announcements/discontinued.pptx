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4" r:id="rId14"/>
    <p:sldId id="269" r:id="rId15"/>
    <p:sldId id="265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6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advClick="0" advTm="3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 advTm="300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Death.wav">
            <a:hlinkClick r:id="" action="ppaction://media"/>
          </p:cNvPr>
          <p:cNvPicPr>
            <a:picLocks noRot="1" noChangeAspect="1"/>
          </p:cNvPicPr>
          <p:nvPr>
            <a:wavAudioFile r:embed="rId1" name="Death.wav"/>
          </p:nvPr>
        </p:nvPicPr>
        <p:blipFill>
          <a:blip r:embed="rId3"/>
          <a:stretch>
            <a:fillRect/>
          </a:stretch>
        </p:blipFill>
        <p:spPr>
          <a:xfrm>
            <a:off x="-642974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00" numSld="999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Hello everybody.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 you see in the file name, the work is now discontinued.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don’t catch up working on that work.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You can tell, I’m not really interested in continuing working on.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went to make a teaser trailer about my first early demo.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But I have given up.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Sadly, full release won’t be coming.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Also, nobody wants me to make the full game.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Nobody cares about it.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already know, the work is poor-made.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Plus, my work could be copyright claimed by Half Life Series and Pizza Tower (possibly).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Same with Papers Please.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…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“Who cares?” – community will say.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…</a:t>
            </a:r>
            <a:endParaRPr lang="ru-RU" dirty="0"/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It is now safe to leave.</a:t>
            </a:r>
            <a:endParaRPr lang="ru-RU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advClick="0" advTm="15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rgbClr val="FF0000"/>
                </a:solidFill>
              </a:rPr>
              <a:t>OUT</a:t>
            </a:r>
            <a:endParaRPr lang="ru-RU" sz="9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 advTm="7500">
    <p:sndAc>
      <p:endSnd/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>
                <a:solidFill>
                  <a:schemeClr val="tx1"/>
                </a:solidFill>
              </a:rPr>
              <a:t>NOW</a:t>
            </a:r>
            <a:endParaRPr lang="ru-RU" sz="9600" dirty="0">
              <a:solidFill>
                <a:schemeClr val="tx1"/>
              </a:solidFill>
            </a:endParaRPr>
          </a:p>
        </p:txBody>
      </p:sp>
      <p:pic>
        <p:nvPicPr>
          <p:cNvPr id="4" name="go_alert2a.wav">
            <a:hlinkClick r:id="" action="ppaction://media"/>
          </p:cNvPr>
          <p:cNvPicPr>
            <a:picLocks noRot="1" noChangeAspect="1"/>
          </p:cNvPicPr>
          <p:nvPr>
            <a:wavAudioFile r:embed="rId1" name="go_alert2a.wav"/>
          </p:nvPr>
        </p:nvPicPr>
        <p:blipFill>
          <a:blip r:embed="rId3"/>
          <a:stretch>
            <a:fillRect/>
          </a:stretch>
        </p:blipFill>
        <p:spPr>
          <a:xfrm>
            <a:off x="-571536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PresentationFormat>Экран (4:3)</PresentationFormat>
  <Paragraphs>18</Paragraphs>
  <Slides>19</Slides>
  <Notes>0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1</cp:revision>
  <dcterms:created xsi:type="dcterms:W3CDTF">2023-06-10T11:15:11Z</dcterms:created>
  <dcterms:modified xsi:type="dcterms:W3CDTF">2023-06-10T11:52:38Z</dcterms:modified>
</cp:coreProperties>
</file>