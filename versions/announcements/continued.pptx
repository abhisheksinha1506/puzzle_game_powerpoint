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96" y="-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4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 advTm="400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Victory.wav">
            <a:hlinkClick r:id="" action="ppaction://media"/>
          </p:cNvPr>
          <p:cNvPicPr>
            <a:picLocks noRot="1" noChangeAspect="1"/>
          </p:cNvPicPr>
          <p:nvPr>
            <a:wavAudioFile r:embed="rId1" name="Victory.wav"/>
          </p:nvPr>
        </p:nvPicPr>
        <p:blipFill>
          <a:blip r:embed="rId3"/>
          <a:stretch>
            <a:fillRect/>
          </a:stretch>
        </p:blipFill>
        <p:spPr>
          <a:xfrm>
            <a:off x="-500098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Click="0"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But I’ve never decided to give up!</a:t>
            </a:r>
            <a:endParaRPr lang="ru-RU" dirty="0"/>
          </a:p>
        </p:txBody>
      </p:sp>
    </p:spTree>
  </p:cSld>
  <p:clrMapOvr>
    <a:masterClrMapping/>
  </p:clrMapOvr>
  <p:transition advClick="0" advTm="400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Today is the day, where I refused to discontinue!</a:t>
            </a:r>
            <a:endParaRPr lang="ru-RU" dirty="0"/>
          </a:p>
        </p:txBody>
      </p:sp>
    </p:spTree>
  </p:cSld>
  <p:clrMapOvr>
    <a:masterClrMapping/>
  </p:clrMapOvr>
  <p:transition advClick="0" advTm="4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I’ll be working on a first demo of the game!</a:t>
            </a:r>
            <a:endParaRPr lang="ru-RU" dirty="0"/>
          </a:p>
        </p:txBody>
      </p:sp>
    </p:spTree>
  </p:cSld>
  <p:clrMapOvr>
    <a:masterClrMapping/>
  </p:clrMapOvr>
  <p:transition advClick="0" advTm="4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“Never give up”</a:t>
            </a:r>
            <a:endParaRPr lang="ru-RU" dirty="0"/>
          </a:p>
        </p:txBody>
      </p:sp>
    </p:spTree>
  </p:cSld>
  <p:clrMapOvr>
    <a:masterClrMapping/>
  </p:clrMapOvr>
  <p:transition advClick="0" advTm="4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C000"/>
                </a:solidFill>
              </a:rPr>
              <a:t>It is now safe to leave.</a:t>
            </a:r>
            <a:endParaRPr lang="ru-RU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advClick="0" advTm="15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smtClean="0">
                <a:solidFill>
                  <a:srgbClr val="FF0000"/>
                </a:solidFill>
              </a:rPr>
              <a:t>I SAID LEAVE</a:t>
            </a:r>
            <a:endParaRPr lang="ru-RU" sz="9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 advTm="7500">
    <p:sndAc>
      <p:endSnd/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smtClean="0">
                <a:solidFill>
                  <a:schemeClr val="bg1"/>
                </a:solidFill>
                <a:latin typeface="Segoe Print" pitchFamily="2" charset="0"/>
              </a:rPr>
              <a:t>NIGGA</a:t>
            </a:r>
            <a:endParaRPr lang="ru-RU" sz="9600" dirty="0">
              <a:solidFill>
                <a:schemeClr val="bg1"/>
              </a:solidFill>
              <a:latin typeface="Segoe Print" pitchFamily="2" charset="0"/>
            </a:endParaRPr>
          </a:p>
        </p:txBody>
      </p:sp>
      <p:pic>
        <p:nvPicPr>
          <p:cNvPr id="5" name="Hit2.wav">
            <a:hlinkClick r:id="" action="ppaction://media"/>
          </p:cNvPr>
          <p:cNvPicPr>
            <a:picLocks noRot="1" noChangeAspect="1"/>
          </p:cNvPicPr>
          <p:nvPr>
            <a:wavAudioFile r:embed="rId1" name="Hit2.wav"/>
          </p:nvPr>
        </p:nvPicPr>
        <p:blipFill>
          <a:blip r:embed="rId3"/>
          <a:stretch>
            <a:fillRect/>
          </a:stretch>
        </p:blipFill>
        <p:spPr>
          <a:xfrm>
            <a:off x="0" y="-50009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Click="0" advTm="5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3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PresentationFormat>Экран (4:3)</PresentationFormat>
  <Paragraphs>7</Paragraphs>
  <Slides>8</Slides>
  <Notes>0</Notes>
  <HiddenSlides>0</HiddenSlides>
  <MMClips>2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Гость</dc:creator>
  <cp:lastModifiedBy>Гость</cp:lastModifiedBy>
  <cp:revision>1</cp:revision>
  <dcterms:created xsi:type="dcterms:W3CDTF">2023-06-10T12:32:24Z</dcterms:created>
  <dcterms:modified xsi:type="dcterms:W3CDTF">2023-06-10T14:00:37Z</dcterms:modified>
</cp:coreProperties>
</file>