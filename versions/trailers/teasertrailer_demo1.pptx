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40" d="100"/>
          <a:sy n="40" d="100"/>
        </p:scale>
        <p:origin x="-726" y="-7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Users\&#1043;&#1086;&#1089;&#1090;&#1100;\Desktop\PowerPoint%20games\data\puzzlegame\trailermusic.mp3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  <p:pic>
        <p:nvPicPr>
          <p:cNvPr id="3" name="trailermusic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"/>
          <a:stretch>
            <a:fillRect/>
          </a:stretch>
        </p:blipFill>
        <p:spPr>
          <a:xfrm>
            <a:off x="-500098" y="142852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Click="0" advTm="5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22000" numSld="999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Introducing…</a:t>
            </a:r>
            <a:endParaRPr lang="en-US" sz="3200" dirty="0"/>
          </a:p>
        </p:txBody>
      </p:sp>
    </p:spTree>
  </p:cSld>
  <p:clrMapOvr>
    <a:masterClrMapping/>
  </p:clrMapOvr>
  <p:transition advClick="0" advTm="150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/>
              <a:t>First demo.</a:t>
            </a:r>
            <a:endParaRPr lang="en-US" sz="5400" dirty="0"/>
          </a:p>
        </p:txBody>
      </p:sp>
    </p:spTree>
  </p:cSld>
  <p:clrMapOvr>
    <a:masterClrMapping/>
  </p:clrMapOvr>
  <p:transition advClick="0" advTm="150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14546" y="3214686"/>
            <a:ext cx="1420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Footage here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</Words>
  <PresentationFormat>Экран (4:3)</PresentationFormat>
  <Paragraphs>3</Paragraphs>
  <Slides>4</Slides>
  <Notes>0</Notes>
  <HiddenSlides>0</HiddenSlides>
  <MMClips>1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Тема Office</vt:lpstr>
      <vt:lpstr>Слайд 1</vt:lpstr>
      <vt:lpstr>Слайд 2</vt:lpstr>
      <vt:lpstr>Слайд 3</vt:lpstr>
      <vt:lpstr>Слайд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Гость</dc:creator>
  <cp:lastModifiedBy>Гость</cp:lastModifiedBy>
  <cp:revision>2</cp:revision>
  <dcterms:created xsi:type="dcterms:W3CDTF">2023-06-10T09:18:04Z</dcterms:created>
  <dcterms:modified xsi:type="dcterms:W3CDTF">2023-06-10T18:23:36Z</dcterms:modified>
</cp:coreProperties>
</file>