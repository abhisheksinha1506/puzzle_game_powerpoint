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7" r:id="rId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62" d="100"/>
          <a:sy n="62" d="100"/>
        </p:scale>
        <p:origin x="-66" y="-1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75CDC2-E4EA-44B1-A5D5-AC4615B8341E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A5BD5-3CE0-4FC6-BA54-F5D8FFAA24B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3A5BD5-3CE0-4FC6-BA54-F5D8FFAA24B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AC9EF-E2B5-48F7-9F30-9A7D0B52FE5E}" type="datetime9">
              <a:rPr lang="en-US" smtClean="0"/>
              <a:pPr/>
              <a:t>6/16/2023 3:48:06 PM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Test version, expect several issues.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13C45-3AB2-4A8A-96B9-B3E4AB518210}" type="datetime9">
              <a:rPr lang="en-US" smtClean="0"/>
              <a:pPr/>
              <a:t>6/16/2023 3:48:06 PM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Test version, expect several issues.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4DFC6-E3F1-4147-9714-A9333D5654CA}" type="datetime9">
              <a:rPr lang="en-US" smtClean="0"/>
              <a:pPr/>
              <a:t>6/16/2023 3:48:06 PM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Test version, expect several issues.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04E4-59D6-4594-8121-4FE98FC52356}" type="datetime9">
              <a:rPr lang="en-US" smtClean="0"/>
              <a:pPr/>
              <a:t>6/16/2023 3:48:06 PM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Test version, expect several issues.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ECB37-92AE-4743-B1F0-C4FD67892950}" type="datetime9">
              <a:rPr lang="en-US" smtClean="0"/>
              <a:pPr/>
              <a:t>6/16/2023 3:48:06 PM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Test version, expect several issues.</a:t>
            </a: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1D417-7AE2-4AF1-8683-0B1B8CEE967F}" type="datetime9">
              <a:rPr lang="en-US" smtClean="0"/>
              <a:pPr/>
              <a:t>6/16/2023 3:48:06 PM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Test version, expect several issues.</a:t>
            </a: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B3034-DD81-4DCE-93DB-789A03566FC9}" type="datetime9">
              <a:rPr lang="en-US" smtClean="0"/>
              <a:pPr/>
              <a:t>6/16/2023 3:48:06 PM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Test version, expect several issues.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3B8A-6EEC-4364-9293-C93710F71789}" type="datetime9">
              <a:rPr lang="en-US" smtClean="0"/>
              <a:pPr/>
              <a:t>6/16/2023 3:48:06 PM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Test version, expect several issues.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7B94-7A60-4F01-AD8D-802017947852}" type="datetime9">
              <a:rPr lang="en-US" smtClean="0"/>
              <a:pPr/>
              <a:t>6/16/2023 3:48:06 PM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Test version, expect several issues.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2706A-0B8E-4CF1-A05E-4036003811DE}" type="datetime9">
              <a:rPr lang="en-US" smtClean="0"/>
              <a:pPr/>
              <a:t>6/16/2023 3:48:06 PM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Test version, expect several issues.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89DF4-AC4F-4C99-AACA-936C83804AD2}" type="datetime9">
              <a:rPr lang="en-US" smtClean="0"/>
              <a:pPr/>
              <a:t>6/16/2023 3:48:06 PM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Test version, expect several issues.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4B7770-57FB-4247-A241-45389EA39701}" type="datetime9">
              <a:rPr lang="en-US" smtClean="0"/>
              <a:pPr/>
              <a:t>6/16/2023 3:48:06 PM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Test version, expect several issues.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audio" Target="file:///C:\Users\&#1043;&#1086;&#1089;&#1090;&#1100;\Desktop\Weird%20Engines\PowerPoint%20games\data\puzzlegame\predemo_world.mp3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smtClean="0"/>
              <a:t>This is a test build for first demo.</a:t>
            </a:r>
          </a:p>
          <a:p>
            <a:pPr algn="ctr"/>
            <a:endParaRPr lang="en-US" sz="2400" dirty="0" smtClean="0"/>
          </a:p>
          <a:p>
            <a:pPr algn="ctr"/>
            <a:r>
              <a:rPr lang="en-US" sz="2400" dirty="0" smtClean="0"/>
              <a:t>For some reason, this version has severe issues.</a:t>
            </a:r>
          </a:p>
          <a:p>
            <a:pPr algn="ctr"/>
            <a:r>
              <a:rPr lang="en-US" sz="2400" dirty="0" smtClean="0"/>
              <a:t>I’m not responsible for that.</a:t>
            </a:r>
          </a:p>
          <a:p>
            <a:pPr algn="ctr">
              <a:tabLst>
                <a:tab pos="5827713" algn="l"/>
              </a:tabLst>
            </a:pPr>
            <a:r>
              <a:rPr lang="en-US" sz="2400" dirty="0" smtClean="0"/>
              <a:t>Either, I don’t </a:t>
            </a:r>
            <a:r>
              <a:rPr lang="en-US" sz="2400" dirty="0" err="1" smtClean="0"/>
              <a:t>wanna</a:t>
            </a:r>
            <a:r>
              <a:rPr lang="en-US" sz="2400" dirty="0" smtClean="0"/>
              <a:t> fix issues.</a:t>
            </a:r>
            <a:endParaRPr lang="en-US" sz="2400" dirty="0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B3034-DD81-4DCE-93DB-789A03566FC9}" type="datetime9">
              <a:rPr lang="en-US" smtClean="0"/>
              <a:pPr/>
              <a:t>6/16/2023 3:56:35 PM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Test version, expect several issues.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</a:t>
            </a:fld>
            <a:endParaRPr lang="ru-RU"/>
          </a:p>
        </p:txBody>
      </p:sp>
      <p:sp>
        <p:nvSpPr>
          <p:cNvPr id="6" name="Прямоугольник 5">
            <a:hlinkClick r:id="rId2" action="ppaction://hlinksldjump"/>
          </p:cNvPr>
          <p:cNvSpPr/>
          <p:nvPr/>
        </p:nvSpPr>
        <p:spPr>
          <a:xfrm>
            <a:off x="2643174" y="4786322"/>
            <a:ext cx="1928826" cy="571504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 understand.</a:t>
            </a:r>
            <a:endParaRPr lang="en-US" dirty="0"/>
          </a:p>
        </p:txBody>
      </p:sp>
      <p:sp>
        <p:nvSpPr>
          <p:cNvPr id="7" name="Прямоугольник 6">
            <a:hlinkClick r:id="" action="ppaction://hlinkshowjump?jump=endshow"/>
          </p:cNvPr>
          <p:cNvSpPr/>
          <p:nvPr/>
        </p:nvSpPr>
        <p:spPr>
          <a:xfrm>
            <a:off x="4786314" y="4786322"/>
            <a:ext cx="1928826" cy="571504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Didn’t understand.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predemo_backgrou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286312" y="-3429048"/>
            <a:ext cx="18776897" cy="14844794"/>
          </a:xfrm>
          <a:prstGeom prst="rect">
            <a:avLst/>
          </a:prstGeom>
        </p:spPr>
      </p:pic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B3034-DD81-4DCE-93DB-789A03566FC9}" type="datetime9">
              <a:rPr lang="en-US" smtClean="0"/>
              <a:pPr/>
              <a:t>6/16/2023 3:56:35 PM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Test version, expect several issues.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</a:t>
            </a:fld>
            <a:endParaRPr lang="ru-RU"/>
          </a:p>
        </p:txBody>
      </p:sp>
      <p:pic>
        <p:nvPicPr>
          <p:cNvPr id="5" name="predemo_world.mp3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5"/>
          <a:stretch>
            <a:fillRect/>
          </a:stretch>
        </p:blipFill>
        <p:spPr>
          <a:xfrm>
            <a:off x="-571536" y="0"/>
            <a:ext cx="304800" cy="30480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6" presetClass="path" presetSubtype="0" repeatCount="indefinite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4.07407E-6 L 0.1625 0.01226 " pathEditMode="relative" rAng="0" ptsTypes="AA">
                                      <p:cBhvr>
                                        <p:cTn id="8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1" y="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12" repeatCount="indefinite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7" grpId="0" animBg="1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58</Words>
  <PresentationFormat>Экран (4:3)</PresentationFormat>
  <Paragraphs>14</Paragraphs>
  <Slides>2</Slides>
  <Notes>1</Notes>
  <HiddenSlides>0</HiddenSlides>
  <MMClips>1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3" baseType="lpstr">
      <vt:lpstr>Тема Office</vt:lpstr>
      <vt:lpstr>Слайд 1</vt:lpstr>
      <vt:lpstr>Слайд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Default_User</dc:creator>
  <cp:lastModifiedBy>Гость</cp:lastModifiedBy>
  <cp:revision>3</cp:revision>
  <dcterms:created xsi:type="dcterms:W3CDTF">2023-06-13T17:00:32Z</dcterms:created>
  <dcterms:modified xsi:type="dcterms:W3CDTF">2023-06-16T13:00:19Z</dcterms:modified>
</cp:coreProperties>
</file>