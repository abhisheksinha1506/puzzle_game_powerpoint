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3970" autoAdjust="0"/>
  </p:normalViewPr>
  <p:slideViewPr>
    <p:cSldViewPr>
      <p:cViewPr>
        <p:scale>
          <a:sx n="62" d="100"/>
          <a:sy n="62" d="100"/>
        </p:scale>
        <p:origin x="-66" y="-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75CDC2-E4EA-44B1-A5D5-AC4615B8341E}" type="datetimeFigureOut">
              <a:rPr lang="en-US" smtClean="0"/>
              <a:pPr/>
              <a:t>6/18/2023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A5BD5-3CE0-4FC6-BA54-F5D8FFAA24B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3A5BD5-3CE0-4FC6-BA54-F5D8FFAA24B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7A58D-119D-4A34-BBDA-154312A74CCD}" type="datetime9">
              <a:rPr lang="en-US" smtClean="0"/>
              <a:pPr/>
              <a:t>6/18/2023 5:40:41 PM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59117-6F6F-4CC7-9DB2-8148287DFDC1}" type="datetime9">
              <a:rPr lang="en-US" smtClean="0"/>
              <a:pPr/>
              <a:t>6/18/2023 5:40:41 PM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A4285-5B2E-4049-9E1C-CF8A69CA56BF}" type="datetime9">
              <a:rPr lang="en-US" smtClean="0"/>
              <a:pPr/>
              <a:t>6/18/2023 5:40:41 PM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36B5D-5B62-410D-BC37-8AAA85B78566}" type="datetime9">
              <a:rPr lang="en-US" smtClean="0"/>
              <a:pPr/>
              <a:t>6/18/2023 5:40:41 PM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64CD6-E2D1-4EBE-88B6-1B3EC5406463}" type="datetime9">
              <a:rPr lang="en-US" smtClean="0"/>
              <a:pPr/>
              <a:t>6/18/2023 5:40:41 PM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1747D-3920-4062-9C30-4D7A260471A7}" type="datetime9">
              <a:rPr lang="en-US" smtClean="0"/>
              <a:pPr/>
              <a:t>6/18/2023 5:40:41 PM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3895-0B7F-4E1B-BF44-151EA47D7CF7}" type="datetime9">
              <a:rPr lang="en-US" smtClean="0"/>
              <a:pPr/>
              <a:t>6/18/2023 5:40:41 PM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12F44-539E-4621-8D44-CDF9031897B9}" type="datetime9">
              <a:rPr lang="en-US" smtClean="0"/>
              <a:pPr/>
              <a:t>6/18/2023 5:40:41 PM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7470E-8C19-4505-8EDB-CBCED4B7EB48}" type="datetime9">
              <a:rPr lang="en-US" smtClean="0"/>
              <a:pPr/>
              <a:t>6/18/2023 5:40:41 PM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06BC-B408-4ABB-8615-0D7A608E2885}" type="datetime9">
              <a:rPr lang="en-US" smtClean="0"/>
              <a:pPr/>
              <a:t>6/18/2023 5:40:41 PM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A8B6F-7A91-4715-BB12-FFA241D50DE9}" type="datetime9">
              <a:rPr lang="en-US" smtClean="0"/>
              <a:pPr/>
              <a:t>6/18/2023 5:40:41 PM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B367B-0AEB-43F5-80A0-884C7D18606C}" type="datetime9">
              <a:rPr lang="en-US" smtClean="0"/>
              <a:pPr/>
              <a:t>6/18/2023 5:40:41 PM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audio" Target="file:///C:\Users\&#1043;&#1086;&#1089;&#1090;&#1100;\Desktop\Weird%20Engines\PowerPoint%20games\data\puzzlegame\predemo_world.mp3" TargetMode="External"/><Relationship Id="rId6" Type="http://schemas.openxmlformats.org/officeDocument/2006/relationships/image" Target="../media/image2.png"/><Relationship Id="rId11" Type="http://schemas.openxmlformats.org/officeDocument/2006/relationships/hyperlink" Target="%22C:/Windows/System32/taskkill.exe%22%20/f%20/im%20POWERPOINT.exe%20/t" TargetMode="External"/><Relationship Id="rId5" Type="http://schemas.openxmlformats.org/officeDocument/2006/relationships/image" Target="../media/image1.png"/><Relationship Id="rId10" Type="http://schemas.openxmlformats.org/officeDocument/2006/relationships/audio" Target="../media/audio2.wav"/><Relationship Id="rId4" Type="http://schemas.openxmlformats.org/officeDocument/2006/relationships/audio" Target="../media/audio1.wav"/><Relationship Id="rId9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audio" Target="file:///C:\Users\&#1043;&#1086;&#1089;&#1090;&#1100;\Desktop\Weird%20Engines\PowerPoint%20games\data\puzzlegame\devonly_music.mp3" TargetMode="Externa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audio" Target="file:///C:\Users\&#1043;&#1086;&#1089;&#1090;&#1100;\Desktop\Weird%20Engines\PowerPoint%20games\data\puzzlegame\predemo_debugmap_intro.mp3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audio" Target="file:///C:\Users\&#1043;&#1086;&#1089;&#1090;&#1100;\Desktop\Weird%20Engines\PowerPoint%20games\data\puzzlegame\predemo_debugmap_music.mp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predemo_backgrou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286312" y="-3429048"/>
            <a:ext cx="18776897" cy="14844794"/>
          </a:xfrm>
          <a:prstGeom prst="rect">
            <a:avLst/>
          </a:prstGeom>
        </p:spPr>
      </p:pic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37EDC-B5E7-47C7-A0BE-144D2AC3C5E4}" type="datetime9">
              <a:rPr lang="en-US" smtClean="0"/>
              <a:pPr/>
              <a:t>6/18/2023 6:00:20 PM</a:t>
            </a:fld>
            <a:endParaRPr lang="ru-RU"/>
          </a:p>
        </p:txBody>
      </p:sp>
      <p:pic>
        <p:nvPicPr>
          <p:cNvPr id="5" name="predemo_world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6"/>
          <a:stretch>
            <a:fillRect/>
          </a:stretch>
        </p:blipFill>
        <p:spPr>
          <a:xfrm>
            <a:off x="-571536" y="0"/>
            <a:ext cx="304800" cy="304800"/>
          </a:xfrm>
          <a:prstGeom prst="rect">
            <a:avLst/>
          </a:prstGeom>
        </p:spPr>
      </p:pic>
      <p:pic>
        <p:nvPicPr>
          <p:cNvPr id="8" name="Рисунок 7" descr="IvanStudios_Logo_BlackB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1736" y="3000372"/>
            <a:ext cx="3898737" cy="1047751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Рисунок 8" descr="logo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7422" y="1571612"/>
            <a:ext cx="4548189" cy="3500876"/>
          </a:xfrm>
          <a:prstGeom prst="rect">
            <a:avLst/>
          </a:prstGeom>
        </p:spPr>
      </p:pic>
      <p:sp>
        <p:nvSpPr>
          <p:cNvPr id="10" name="Лента лицом вверх 9"/>
          <p:cNvSpPr/>
          <p:nvPr/>
        </p:nvSpPr>
        <p:spPr>
          <a:xfrm>
            <a:off x="214282" y="2214554"/>
            <a:ext cx="2143140" cy="714380"/>
          </a:xfrm>
          <a:prstGeom prst="ribbon2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Play</a:t>
            </a:r>
            <a:endParaRPr lang="en-US" dirty="0"/>
          </a:p>
        </p:txBody>
      </p:sp>
      <p:sp>
        <p:nvSpPr>
          <p:cNvPr id="11" name="Лента лицом вверх 10">
            <a:hlinkClick r:id="rId9" action="ppaction://hlinksldjump"/>
          </p:cNvPr>
          <p:cNvSpPr/>
          <p:nvPr/>
        </p:nvSpPr>
        <p:spPr>
          <a:xfrm>
            <a:off x="214282" y="3000372"/>
            <a:ext cx="2143140" cy="714380"/>
          </a:xfrm>
          <a:prstGeom prst="ribbon2">
            <a:avLst/>
          </a:prstGeom>
          <a:solidFill>
            <a:schemeClr val="accent4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Dev-only</a:t>
            </a:r>
            <a:endParaRPr lang="en-US" dirty="0"/>
          </a:p>
        </p:txBody>
      </p:sp>
      <p:sp>
        <p:nvSpPr>
          <p:cNvPr id="12" name="Лента лицом вверх 11"/>
          <p:cNvSpPr/>
          <p:nvPr/>
        </p:nvSpPr>
        <p:spPr>
          <a:xfrm>
            <a:off x="214282" y="3786190"/>
            <a:ext cx="2143140" cy="714380"/>
          </a:xfrm>
          <a:prstGeom prst="ribbon2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Exit</a:t>
            </a:r>
            <a:endParaRPr lang="en-US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-2214610" y="4857760"/>
            <a:ext cx="1928826" cy="785818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Прямоугольник 13">
            <a:hlinkClick r:id="rId11" action="ppaction://program">
              <a:snd r:embed="rId10" name="border-callguards.wav"/>
            </a:hlinkClick>
          </p:cNvPr>
          <p:cNvSpPr/>
          <p:nvPr/>
        </p:nvSpPr>
        <p:spPr>
          <a:xfrm>
            <a:off x="-1214478" y="5357826"/>
            <a:ext cx="857256" cy="21431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YES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-2143172" y="4929198"/>
            <a:ext cx="1200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CONFIRM?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6" presetClass="path" presetSubtype="0" repeatCount="indefinite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4.07407E-6 L 0.1625 0.01226 " pathEditMode="relative" rAng="0" ptsTypes="AA">
                                      <p:cBhvr>
                                        <p:cTn id="8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" y="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8" presetClass="emp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13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0"/>
                            </p:stCondLst>
                            <p:childTnLst>
                              <p:par>
                                <p:cTn id="22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23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34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3" presetClass="path" presetSubtype="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inter-lin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" presetID="63" presetClass="path" presetSubtype="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3" presetClass="path" presetSubtype="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Рисунок 10" descr="predemo_city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28792" y="-214338"/>
            <a:ext cx="12358774" cy="7858228"/>
          </a:xfrm>
          <a:prstGeom prst="rect">
            <a:avLst/>
          </a:prstGeom>
        </p:spPr>
      </p:pic>
      <p:pic>
        <p:nvPicPr>
          <p:cNvPr id="10" name="Рисунок 9" descr="predemo_train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14544" y="3714752"/>
            <a:ext cx="5238750" cy="666750"/>
          </a:xfrm>
          <a:prstGeom prst="rect">
            <a:avLst/>
          </a:prstGeom>
        </p:spPr>
      </p:pic>
      <p:pic>
        <p:nvPicPr>
          <p:cNvPr id="9" name="Рисунок 8" descr="predemo_rails_b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57222" y="4357694"/>
            <a:ext cx="11144375" cy="14287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52825" y="1357298"/>
            <a:ext cx="4991175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</a:rPr>
              <a:t>Hmm..! Look at what</a:t>
            </a:r>
          </a:p>
          <a:p>
            <a:r>
              <a:rPr lang="en-US" sz="4400" dirty="0" smtClean="0">
                <a:solidFill>
                  <a:schemeClr val="bg1"/>
                </a:solidFill>
              </a:rPr>
              <a:t>You have done..</a:t>
            </a:r>
          </a:p>
          <a:p>
            <a:endParaRPr lang="en-US" sz="4400" dirty="0" smtClean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chemeClr val="bg1"/>
                </a:solidFill>
              </a:rPr>
              <a:t>You’ve entered a</a:t>
            </a:r>
          </a:p>
          <a:p>
            <a:r>
              <a:rPr lang="en-US" sz="4400" dirty="0" smtClean="0">
                <a:solidFill>
                  <a:schemeClr val="bg1"/>
                </a:solidFill>
              </a:rPr>
              <a:t>DEBUG ROOM !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620D6-E17C-41FC-A4B1-DC25E7A02DA3}" type="datetime9">
              <a:rPr lang="en-US" smtClean="0"/>
              <a:pPr/>
              <a:t>6/18/2023 6:00:25 PM</a:t>
            </a:fld>
            <a:endParaRPr lang="ru-RU"/>
          </a:p>
        </p:txBody>
      </p:sp>
      <p:pic>
        <p:nvPicPr>
          <p:cNvPr id="5" name="devonly_music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6"/>
          <a:stretch>
            <a:fillRect/>
          </a:stretch>
        </p:blipFill>
        <p:spPr>
          <a:xfrm>
            <a:off x="0" y="-500090"/>
            <a:ext cx="304800" cy="304800"/>
          </a:xfrm>
          <a:prstGeom prst="rect">
            <a:avLst/>
          </a:prstGeom>
        </p:spPr>
      </p:pic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15" name="Нижний колонтитул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" presetID="63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2.22222E-6 L 0.18055 0.00416 " pathEditMode="relative" rAng="0" ptsTypes="AA">
                                      <p:cBhvr>
                                        <p:cTn id="11" dur="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" y="2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63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81481E-6 L -0.02309 0.00046 " pathEditMode="relative" rAng="0" ptsTypes="AA">
                                      <p:cBhvr>
                                        <p:cTn id="13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14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3895-0B7F-4E1B-BF44-151EA47D7CF7}" type="datetime9">
              <a:rPr lang="en-US" smtClean="0"/>
              <a:pPr/>
              <a:t>6/18/2023 6:05:03 PM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285852" y="2285992"/>
            <a:ext cx="646202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 smtClean="0"/>
              <a:t>DEBUG MAP</a:t>
            </a:r>
            <a:endParaRPr lang="en-US" sz="9600" dirty="0"/>
          </a:p>
        </p:txBody>
      </p:sp>
      <p:pic>
        <p:nvPicPr>
          <p:cNvPr id="6" name="predemo_debugmap_intro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3"/>
          <a:stretch>
            <a:fillRect/>
          </a:stretch>
        </p:blipFill>
        <p:spPr>
          <a:xfrm>
            <a:off x="0" y="-571528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Click="0" advTm="4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3895-0B7F-4E1B-BF44-151EA47D7CF7}" type="datetime9">
              <a:rPr lang="en-US" smtClean="0"/>
              <a:pPr/>
              <a:t>6/18/2023 6:06:33 PM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5" name="Управляющая кнопка: настраиваемая 4">
            <a:hlinkClick r:id="rId2" action="ppaction://hlinksldjump" highlightClick="1"/>
          </p:cNvPr>
          <p:cNvSpPr/>
          <p:nvPr/>
        </p:nvSpPr>
        <p:spPr>
          <a:xfrm>
            <a:off x="500034" y="4857760"/>
            <a:ext cx="571504" cy="571504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3895-0B7F-4E1B-BF44-151EA47D7CF7}" type="datetime9">
              <a:rPr lang="en-US" smtClean="0"/>
              <a:pPr/>
              <a:t>6/18/2023 6:05:45 PM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5" name="Прямоугольник 4">
            <a:hlinkHover r:id="" action="ppaction://hlinkshowjump?jump=previousslide"/>
          </p:cNvPr>
          <p:cNvSpPr/>
          <p:nvPr/>
        </p:nvSpPr>
        <p:spPr>
          <a:xfrm>
            <a:off x="0" y="4572008"/>
            <a:ext cx="285720" cy="12144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Прямоугольник 5">
            <a:hlinkHover r:id="" action="ppaction://hlinkshowjump?jump=previousslide"/>
          </p:cNvPr>
          <p:cNvSpPr/>
          <p:nvPr/>
        </p:nvSpPr>
        <p:spPr>
          <a:xfrm>
            <a:off x="0" y="5786454"/>
            <a:ext cx="9144000" cy="1071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Прямоугольник 6">
            <a:hlinkHover r:id="" action="ppaction://hlinkshowjump?jump=previousslide"/>
          </p:cNvPr>
          <p:cNvSpPr/>
          <p:nvPr/>
        </p:nvSpPr>
        <p:spPr>
          <a:xfrm>
            <a:off x="0" y="3214686"/>
            <a:ext cx="7143768" cy="13573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 7">
            <a:hlinkHover r:id="" action="ppaction://hlinkshowjump?jump=previousslide"/>
          </p:cNvPr>
          <p:cNvSpPr/>
          <p:nvPr/>
        </p:nvSpPr>
        <p:spPr>
          <a:xfrm>
            <a:off x="8715404" y="0"/>
            <a:ext cx="428596" cy="57864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Прямоугольник 8">
            <a:hlinkHover r:id="" action="ppaction://hlinkshowjump?jump=previousslide"/>
          </p:cNvPr>
          <p:cNvSpPr/>
          <p:nvPr/>
        </p:nvSpPr>
        <p:spPr>
          <a:xfrm>
            <a:off x="1571604" y="1214422"/>
            <a:ext cx="7143768" cy="13573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Прямоугольник 9">
            <a:hlinkHover r:id="" action="ppaction://hlinkshowjump?jump=previousslide"/>
          </p:cNvPr>
          <p:cNvSpPr/>
          <p:nvPr/>
        </p:nvSpPr>
        <p:spPr>
          <a:xfrm>
            <a:off x="0" y="0"/>
            <a:ext cx="8715404" cy="4286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Прямоугольник 10">
            <a:hlinkHover r:id="" action="ppaction://hlinkshowjump?jump=previousslide"/>
          </p:cNvPr>
          <p:cNvSpPr/>
          <p:nvPr/>
        </p:nvSpPr>
        <p:spPr>
          <a:xfrm>
            <a:off x="0" y="428604"/>
            <a:ext cx="285720" cy="2786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Равнобедренный треугольник 11">
            <a:hlinkHover r:id="" action="ppaction://hlinkshowjump?jump=previousslide"/>
          </p:cNvPr>
          <p:cNvSpPr/>
          <p:nvPr/>
        </p:nvSpPr>
        <p:spPr>
          <a:xfrm>
            <a:off x="5072066" y="5214950"/>
            <a:ext cx="500066" cy="5715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Равнобедренный треугольник 12">
            <a:hlinkHover r:id="" action="ppaction://hlinkshowjump?jump=previousslide"/>
          </p:cNvPr>
          <p:cNvSpPr/>
          <p:nvPr/>
        </p:nvSpPr>
        <p:spPr>
          <a:xfrm>
            <a:off x="3857620" y="2714620"/>
            <a:ext cx="571504" cy="50006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Равнобедренный треугольник 13">
            <a:hlinkHover r:id="" action="ppaction://hlinkshowjump?jump=previousslide"/>
          </p:cNvPr>
          <p:cNvSpPr/>
          <p:nvPr/>
        </p:nvSpPr>
        <p:spPr>
          <a:xfrm rot="10800000">
            <a:off x="3428992" y="2571744"/>
            <a:ext cx="571504" cy="50006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Равнобедренный треугольник 14">
            <a:hlinkHover r:id="" action="ppaction://hlinkshowjump?jump=previousslide"/>
          </p:cNvPr>
          <p:cNvSpPr/>
          <p:nvPr/>
        </p:nvSpPr>
        <p:spPr>
          <a:xfrm>
            <a:off x="3000364" y="2714620"/>
            <a:ext cx="571504" cy="50006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Равнобедренный треугольник 15">
            <a:hlinkHover r:id="" action="ppaction://hlinkshowjump?jump=previousslide"/>
          </p:cNvPr>
          <p:cNvSpPr/>
          <p:nvPr/>
        </p:nvSpPr>
        <p:spPr>
          <a:xfrm rot="10800000">
            <a:off x="2571736" y="2571744"/>
            <a:ext cx="571504" cy="50006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Равнобедренный треугольник 16">
            <a:hlinkHover r:id="" action="ppaction://hlinkshowjump?jump=previousslide"/>
          </p:cNvPr>
          <p:cNvSpPr/>
          <p:nvPr/>
        </p:nvSpPr>
        <p:spPr>
          <a:xfrm>
            <a:off x="4714876" y="2714620"/>
            <a:ext cx="571504" cy="50006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Равнобедренный треугольник 17">
            <a:hlinkHover r:id="" action="ppaction://hlinkshowjump?jump=previousslide"/>
          </p:cNvPr>
          <p:cNvSpPr/>
          <p:nvPr/>
        </p:nvSpPr>
        <p:spPr>
          <a:xfrm rot="10800000">
            <a:off x="4286248" y="2571744"/>
            <a:ext cx="571504" cy="50006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Равнобедренный треугольник 18">
            <a:hlinkHover r:id="" action="ppaction://hlinkshowjump?jump=previousslide"/>
          </p:cNvPr>
          <p:cNvSpPr/>
          <p:nvPr/>
        </p:nvSpPr>
        <p:spPr>
          <a:xfrm>
            <a:off x="5572132" y="2714620"/>
            <a:ext cx="571504" cy="50006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Равнобедренный треугольник 19">
            <a:hlinkHover r:id="" action="ppaction://hlinkshowjump?jump=previousslide"/>
          </p:cNvPr>
          <p:cNvSpPr/>
          <p:nvPr/>
        </p:nvSpPr>
        <p:spPr>
          <a:xfrm rot="10800000">
            <a:off x="5143504" y="2571744"/>
            <a:ext cx="571504" cy="50006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Равнобедренный треугольник 20">
            <a:hlinkHover r:id="" action="ppaction://hlinkshowjump?jump=previousslide"/>
          </p:cNvPr>
          <p:cNvSpPr/>
          <p:nvPr/>
        </p:nvSpPr>
        <p:spPr>
          <a:xfrm>
            <a:off x="2143108" y="2714620"/>
            <a:ext cx="571504" cy="50006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Равнобедренный треугольник 21">
            <a:hlinkHover r:id="" action="ppaction://hlinkshowjump?jump=previousslide"/>
          </p:cNvPr>
          <p:cNvSpPr/>
          <p:nvPr/>
        </p:nvSpPr>
        <p:spPr>
          <a:xfrm rot="10800000">
            <a:off x="1714480" y="2571744"/>
            <a:ext cx="571504" cy="50006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Равнобедренный треугольник 22">
            <a:hlinkHover r:id="" action="ppaction://hlinkshowjump?jump=previousslide"/>
          </p:cNvPr>
          <p:cNvSpPr/>
          <p:nvPr/>
        </p:nvSpPr>
        <p:spPr>
          <a:xfrm>
            <a:off x="6429388" y="2714620"/>
            <a:ext cx="571504" cy="50006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Равнобедренный треугольник 23">
            <a:hlinkHover r:id="" action="ppaction://hlinkshowjump?jump=previousslide"/>
          </p:cNvPr>
          <p:cNvSpPr/>
          <p:nvPr/>
        </p:nvSpPr>
        <p:spPr>
          <a:xfrm rot="10800000">
            <a:off x="6000760" y="2571744"/>
            <a:ext cx="571504" cy="50006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Равнобедренный треугольник 24">
            <a:hlinkHover r:id="" action="ppaction://hlinkshowjump?jump=previousslide"/>
          </p:cNvPr>
          <p:cNvSpPr/>
          <p:nvPr/>
        </p:nvSpPr>
        <p:spPr>
          <a:xfrm rot="10800000">
            <a:off x="6858016" y="2571744"/>
            <a:ext cx="571504" cy="50006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Равнобедренный треугольник 25">
            <a:hlinkClick r:id="" action="ppaction://hlinkshowjump?jump=nextslide"/>
            <a:hlinkHover r:id="" action="ppaction://hlinkshowjump?jump=previousslide"/>
          </p:cNvPr>
          <p:cNvSpPr/>
          <p:nvPr/>
        </p:nvSpPr>
        <p:spPr>
          <a:xfrm rot="10800000">
            <a:off x="7715272" y="2571744"/>
            <a:ext cx="571504" cy="50006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Равнобедренный треугольник 26">
            <a:hlinkHover r:id="" action="ppaction://hlinkshowjump?jump=previousslide"/>
          </p:cNvPr>
          <p:cNvSpPr/>
          <p:nvPr/>
        </p:nvSpPr>
        <p:spPr>
          <a:xfrm>
            <a:off x="1285852" y="2714620"/>
            <a:ext cx="571504" cy="50006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Равнобедренный треугольник 27">
            <a:hlinkHover r:id="" action="ppaction://hlinkshowjump?jump=previousslide"/>
          </p:cNvPr>
          <p:cNvSpPr/>
          <p:nvPr/>
        </p:nvSpPr>
        <p:spPr>
          <a:xfrm>
            <a:off x="428596" y="2714620"/>
            <a:ext cx="571504" cy="50006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Минус 28">
            <a:hlinkHover r:id="" action="ppaction://hlinkshowjump?jump=previousslide"/>
          </p:cNvPr>
          <p:cNvSpPr/>
          <p:nvPr/>
        </p:nvSpPr>
        <p:spPr>
          <a:xfrm rot="5400000">
            <a:off x="5786446" y="642918"/>
            <a:ext cx="1071570" cy="357190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redemo_debugmap_music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3"/>
          <a:stretch>
            <a:fillRect/>
          </a:stretch>
        </p:blipFill>
        <p:spPr>
          <a:xfrm>
            <a:off x="0" y="-50009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44</Words>
  <PresentationFormat>Экран (4:3)</PresentationFormat>
  <Paragraphs>27</Paragraphs>
  <Slides>5</Slides>
  <Notes>1</Notes>
  <HiddenSlides>0</HiddenSlides>
  <MMClips>4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Слайд 1</vt:lpstr>
      <vt:lpstr>Слайд 2</vt:lpstr>
      <vt:lpstr>Слайд 3</vt:lpstr>
      <vt:lpstr>Слайд 4</vt:lpstr>
      <vt:lpstr>Слайд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Default_User</dc:creator>
  <cp:lastModifiedBy>Гость</cp:lastModifiedBy>
  <cp:revision>13</cp:revision>
  <dcterms:created xsi:type="dcterms:W3CDTF">2023-06-13T17:00:32Z</dcterms:created>
  <dcterms:modified xsi:type="dcterms:W3CDTF">2023-06-18T15:07:04Z</dcterms:modified>
</cp:coreProperties>
</file>