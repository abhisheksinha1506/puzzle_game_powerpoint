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3970" autoAdjust="0"/>
  </p:normalViewPr>
  <p:slideViewPr>
    <p:cSldViewPr>
      <p:cViewPr>
        <p:scale>
          <a:sx n="62" d="100"/>
          <a:sy n="62" d="100"/>
        </p:scale>
        <p:origin x="-66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5CDC2-E4EA-44B1-A5D5-AC4615B8341E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A5BD5-3CE0-4FC6-BA54-F5D8FFAA24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A5BD5-3CE0-4FC6-BA54-F5D8FFAA24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ABB9-76B3-4020-8074-96D74F09110F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F1BD-3690-4CB8-9DA6-7ED99AD97235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B50D5-6C60-4858-8CE7-F1F600F82F60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3CEC-8162-4015-AE6E-52559640875C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F4F0E-3612-4B1D-947B-4A57F971F1CC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BA4E-6E24-4A10-BF83-7043A1AF15ED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CFE-EF69-429F-8C60-A235683C5AEA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7165-ED0E-4CE2-95F0-07924B2DCD47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6528-7FA3-436A-B91E-25CAF36CE8D9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FEA10-C5CD-4CBB-91BD-388C6E31D778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46ED4-1254-404C-BD8B-D28CE63A62A3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32164-4073-492E-BF65-FE967EB0221F}" type="datetime9">
              <a:rPr lang="en-US" smtClean="0"/>
              <a:pPr/>
              <a:t>6/18/2023 11:14:26 AM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Test version, expect several issues.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predemo_world.mp3" TargetMode="External"/><Relationship Id="rId6" Type="http://schemas.openxmlformats.org/officeDocument/2006/relationships/image" Target="../media/image2.png"/><Relationship Id="rId11" Type="http://schemas.openxmlformats.org/officeDocument/2006/relationships/hyperlink" Target="%22C:/Windows/System32/taskkill.exe%22%20/f%20/im%20POWERPOINT.exe%20/t" TargetMode="External"/><Relationship Id="rId5" Type="http://schemas.openxmlformats.org/officeDocument/2006/relationships/image" Target="../media/image1.png"/><Relationship Id="rId10" Type="http://schemas.openxmlformats.org/officeDocument/2006/relationships/audio" Target="../media/audio2.wav"/><Relationship Id="rId4" Type="http://schemas.openxmlformats.org/officeDocument/2006/relationships/audio" Target="../media/audio1.wav"/><Relationship Id="rId9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Users\&#1043;&#1086;&#1089;&#1090;&#1100;\Desktop\Weird%20Engines\PowerPoint%20games\data\puzzlegame\devonly_music.mp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predemo_back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86312" y="-3429048"/>
            <a:ext cx="18776897" cy="14844794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0D2A1-D250-4283-B143-FF7820130117}" type="datetime9">
              <a:rPr lang="en-US" smtClean="0"/>
              <a:pPr/>
              <a:t>6/18/2023 2:13:16 PM</a:t>
            </a:fld>
            <a:endParaRPr lang="ru-RU"/>
          </a:p>
        </p:txBody>
      </p:sp>
      <p:pic>
        <p:nvPicPr>
          <p:cNvPr id="5" name="predemo_world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6"/>
          <a:stretch>
            <a:fillRect/>
          </a:stretch>
        </p:blipFill>
        <p:spPr>
          <a:xfrm>
            <a:off x="-571536" y="0"/>
            <a:ext cx="304800" cy="304800"/>
          </a:xfrm>
          <a:prstGeom prst="rect">
            <a:avLst/>
          </a:prstGeom>
        </p:spPr>
      </p:pic>
      <p:pic>
        <p:nvPicPr>
          <p:cNvPr id="8" name="Рисунок 7" descr="IvanStudios_Logo_BlackB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36" y="3000372"/>
            <a:ext cx="3898737" cy="104775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 descr="logo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422" y="1571612"/>
            <a:ext cx="4548189" cy="3500876"/>
          </a:xfrm>
          <a:prstGeom prst="rect">
            <a:avLst/>
          </a:prstGeom>
        </p:spPr>
      </p:pic>
      <p:sp>
        <p:nvSpPr>
          <p:cNvPr id="10" name="Лента лицом вверх 9"/>
          <p:cNvSpPr/>
          <p:nvPr/>
        </p:nvSpPr>
        <p:spPr>
          <a:xfrm>
            <a:off x="214282" y="2214554"/>
            <a:ext cx="2143140" cy="714380"/>
          </a:xfrm>
          <a:prstGeom prst="ribbon2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Play</a:t>
            </a:r>
            <a:endParaRPr lang="en-US" dirty="0"/>
          </a:p>
        </p:txBody>
      </p:sp>
      <p:sp>
        <p:nvSpPr>
          <p:cNvPr id="11" name="Лента лицом вверх 10">
            <a:hlinkClick r:id="rId9" action="ppaction://hlinksldjump"/>
          </p:cNvPr>
          <p:cNvSpPr/>
          <p:nvPr/>
        </p:nvSpPr>
        <p:spPr>
          <a:xfrm>
            <a:off x="214282" y="3000372"/>
            <a:ext cx="2143140" cy="714380"/>
          </a:xfrm>
          <a:prstGeom prst="ribbon2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Dev-only</a:t>
            </a:r>
            <a:endParaRPr lang="en-US" dirty="0"/>
          </a:p>
        </p:txBody>
      </p:sp>
      <p:sp>
        <p:nvSpPr>
          <p:cNvPr id="12" name="Лента лицом вверх 11"/>
          <p:cNvSpPr/>
          <p:nvPr/>
        </p:nvSpPr>
        <p:spPr>
          <a:xfrm>
            <a:off x="214282" y="3786190"/>
            <a:ext cx="2143140" cy="714380"/>
          </a:xfrm>
          <a:prstGeom prst="ribbon2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US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-2214610" y="4857760"/>
            <a:ext cx="1928826" cy="785818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 13">
            <a:hlinkClick r:id="rId11" action="ppaction://program">
              <a:snd r:embed="rId10" name="border-callguards.wav"/>
            </a:hlinkClick>
          </p:cNvPr>
          <p:cNvSpPr/>
          <p:nvPr/>
        </p:nvSpPr>
        <p:spPr>
          <a:xfrm>
            <a:off x="-1214478" y="5357826"/>
            <a:ext cx="857256" cy="21431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-2143172" y="4929198"/>
            <a:ext cx="1200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CONFIRM?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6" presetClass="path" presetSubtype="0" repeatCount="indefinite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1625 0.01226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" y="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8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13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23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34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inter-lin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CFE-EF69-429F-8C60-A235683C5AEA}" type="datetime9">
              <a:rPr lang="en-US" smtClean="0"/>
              <a:pPr/>
              <a:t>6/18/2023 2:13:18 PM</a:t>
            </a:fld>
            <a:endParaRPr lang="ru-RU"/>
          </a:p>
        </p:txBody>
      </p:sp>
      <p:pic>
        <p:nvPicPr>
          <p:cNvPr id="5" name="devonly_music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0" y="-50009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783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1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9</Words>
  <PresentationFormat>Экран (4:3)</PresentationFormat>
  <Paragraphs>8</Paragraphs>
  <Slides>2</Slides>
  <Notes>1</Notes>
  <HiddenSlides>0</HiddenSlides>
  <MMClips>2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Слайд 1</vt:lpstr>
      <vt:lpstr>Слайд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Default_User</dc:creator>
  <cp:lastModifiedBy>Гость</cp:lastModifiedBy>
  <cp:revision>10</cp:revision>
  <dcterms:created xsi:type="dcterms:W3CDTF">2023-06-13T17:00:32Z</dcterms:created>
  <dcterms:modified xsi:type="dcterms:W3CDTF">2023-06-18T11:14:29Z</dcterms:modified>
</cp:coreProperties>
</file>